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Konnichiwa, and welcome! I'm so glad you're here. Over the next twelve sections you're going to go from knowing absolutely nothing — not a single character — to reading, writing, and holding real conversations at the JLPT N4 level. Don't worry about how big that sounds. We take it one small step at a time, and by the end you'll surprise yourself. Let's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promise of this course. You start at zero. By the end, three doors are open to you: you can read Japanese, you can write it, and you can speak it in everyday situations. Everything we do feeds one of those three goals. Keep them in mind — they're your compass for the whole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grammar, you need to know that Japanese is written with three systems working together. Hiragana is the rounded script for native Japanese words and grammar. Katakana, with its sharper angles, is for foreign and borrowed words — your own name will be written in it. And kanji are characters borrowed from Chinese that carry meaning. We learn them in exactly that order, and you'll be reading all three before you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road map on one slide. Four stages. We begin with the Foundations — the kana. Then Building Blocks: grammar, numbers, vocabulary, and your first kanji, which gets you to N5. Stage three is Real Japanese, where it all starts clicking into conversation. And stage four takes you toward mastery and the N4 finish line. Whenever you feel lost, come back to this picture and remind yourself where you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look at what you've signed up for. Twelve sections, fifty-seven lectures, organized into the four stages we just saw, all pointed at the N4 target. And remember — you have lifetime access. There's no rush. Rewatch anything, as many times as you need. The slow, steady learners are the ones who make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how each lecture works. You'll watch short video lessons, then lock things in with quizzes and drills — repetition is everything with a language. You get downloadable charts and worksheets to print and keep beside you. And you're never alone: the community Q&amp;A is there whenever you get stuck. Use all four. Watching alone won't do it — the students who quiz, practice, and ask questions are the ones who reach N4.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 Stage One, the Foundations. This is where everyone starts, and honestly it's the most important stage of all. We're going to learn the two kana alphabets: hiragana and katakana. Once you can read these, the rest of Japanese opens up to you. Take your time here. A solid foundation makes everything that follows feel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hiragana chart — your first map of Japanese. Read it across in rows: a, i, u, e, o, then ka, ki, ku, ke, ko, and so on. Forty-six basic sounds. Don't try to memorize it all at once. We'll take it a row at a time, with mnemonics and drills, and within a couple of weeks you'll read these without even thinking. Download this chart and keep it where you'll see it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katakana chart. Notice it's the exact same set of sounds as hiragana — a, i, u, e, o, ka, ki, ku — but the shapes are sharper and more angular. Katakana is for words borrowed from other languages: coffee, computer, your own name. Because you already know the sounds, this stage goes faster than the first. Same drills, same daily chart — and soon you'll read both scripts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fun part — let's actually read. Each of these words is built from kana you now know. Sound them out one character at a time: sa-ku-ra, su-shi, ne-ko, ya-ma. That's it — that's reading Japanese. Notice you didn't need a single kanji. This is the moment most students realize the foundation was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Building Blocks. Now that you can read, we start assembling real sentences. This stage covers basic grammar, numbers and time, everyday vocabulary, and your very first kanji. By the end of it you'll be at the JLPT N5 level — able to introduce yourself, ask simple questions, and get around. This is where Japanese stops being symbols and starts being a language you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single most useful pattern in beginner Japanese: A wa B desu — A is B. The wa marks your topic, and desu is a polite 'is'. Watashi wa gakusei desu: I am a student. Swap the pieces and you can say a hundred things. Notice the verb-like part comes at the very end — that end-weighted order is the rhythm of Japanese, and you'll get used to it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come up constantly — prices, dates, times, phone numbers — so we drill one through ten until they're automatic. Ichi, ni, san, shi, go, roku, shichi, hachi, kyuu, juu. Once you have these ten, bigger numbers are just combinations. Then we add time: ima nanji desu ka — what time is it? It's the kind of question you'll actually use on day one in Japan.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build vocabulary in themes, because words stick better in groups. Greetings, food, family, colors — the everyday categories you reach for first. Don't aim to memorize a dictionary. A few hundred well-chosen words covers most of daily life, and that's exactly what we focus on. Learn them in context, use them out loud, and they become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kanji — the part everyone's a little nervous about. Don't be. We start with the friendliest ones: pictures of the world. Sun, moon, tree, mountain, river, person. Many early kanji literally look like what they mean. There are around a hundred kanji at the N5 level, and we learn them slowly with stroke order and example words. Master these and you've broken the ice with kanji for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Three: Real Japanese. This is the stage students love, because everything you've built now turns into actual conversation. We dig into intermediate grammar — the te-form, more particles — and we practice real dialogues you'd hear in a shop, a café, or with a friend. You stop translating in your head and start just understanding. It's a wonderful feeling, and it's closer than you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one piece of grammar that unlocks intermediate Japanese, it's the te-form. This one verb ending does the work of several. It makes polite requests — matte kudasai, please wait. It links actions together in a sequence. And it builds the progressive — tabete imasu, I am eating. We drill the te-form until it's second nature, because almost everything ahead leans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hear it all come together in a real exchange — ordering at a café. Listen to the rhythm: irasshaimase, the welcome you'll hear in every shop. Koohii o kudasai, coffee please. Kashikomarimashita, certainly. Notice you already recognize most of these pieces. That's the goal of this whole course — not memorizing phrases, but understanding how they're built so you can make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final stage: Toward Mastery. This is where you polish. We learn keigo — the levels of politeness that matter so much in Japanese culture — plus advanced kanji and longer reading passages. This stage carries you across the JLPT N4 finish line. You've come a long way from that first hiragana character. Let's bring it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Keigo is the politeness system, and it matters enormously in Japan. The same idea can be said three ways depending on who you're talking to. Take 'to eat': taberu with a friend, tabemasu politely, and meshiagaru when you're honoring someone else. Knowing which level to use is a real skill — it's how you show respect — and N4 expects you to handle the everyday cases comfortably.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N4 you'll know around three hundred kanji, and that changes how you read. Look at this sentence: watashi wa maiasa, densha de gakkou ni ikimasu — every morning I go to school by train. A few months ago this was a wall of mystery symbols. Now you can pick out the kanji, read the kana between them, and understand the whole thing. That's real literacy taking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reaching N4 actually mean? It means you can hold everyday conversations, read simple articles and signs, follow slow clear speech, and write short messages about familiar topics. Around fifteen hundred words and three hundred kanji. That's not a beginner anymore — that's someone who can live and travel in Japanese. Take a second to appreciate how far that is from where you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wrap up, remember the journey: foundations, building blocks, real Japanese, mastery. Four stages, one step at a time. My three tips for keeping it going: practice a little every single day — consistency beats cramming. Surround yourself with Japanese — music, shows, anything. And when you're ready, set your sights on N3. The habits you built here are what carry you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 you're ready to begin. I'll leave you with one word: ganbatte. It means give it your best, you've got this. Open Section One, start with your first hiragana, and take it one character at a time. I'll see you in the lessons. Hajimemashou — let's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3E"/>
        </a:solidFill>
      </p:bgPr>
    </p:bg>
    <p:spTree>
      <p:nvGrpSpPr>
        <p:cNvPr id="1" name=""/>
        <p:cNvGrpSpPr/>
        <p:nvPr/>
      </p:nvGrpSpPr>
      <p:grpSpPr>
        <a:xfrm>
          <a:off x="0" y="0"/>
          <a:ext cx="0" cy="0"/>
          <a:chOff x="0" y="0"/>
          <a:chExt cx="0" cy="0"/>
        </a:xfrm>
      </p:grpSpPr>
      <p:sp>
        <p:nvSpPr>
          <p:cNvPr id="2" name="Shape 0"/>
          <p:cNvSpPr/>
          <p:nvPr/>
        </p:nvSpPr>
        <p:spPr>
          <a:xfrm>
            <a:off x="0" y="8667750"/>
            <a:ext cx="18288000" cy="1619250"/>
          </a:xfrm>
          <a:prstGeom prst="rect">
            <a:avLst/>
          </a:prstGeom>
          <a:gradFill rotWithShape="1">
            <a:gsLst>
              <a:gs pos="24000">
                <a:srgbClr val="16162F">
                  <a:alpha val="100000"/>
                </a:srgbClr>
              </a:gs>
              <a:gs pos="25000">
                <a:srgbClr val="342F29">
                  <a:alpha val="100000"/>
                </a:srgbClr>
              </a:gs>
              <a:gs pos="28000">
                <a:srgbClr val="342F29">
                  <a:alpha val="100000"/>
                </a:srgbClr>
              </a:gs>
              <a:gs pos="29000">
                <a:srgbClr val="16162F">
                  <a:alpha val="100000"/>
                </a:srgbClr>
              </a:gs>
              <a:gs pos="36000">
                <a:srgbClr val="16162F">
                  <a:alpha val="100000"/>
                </a:srgbClr>
              </a:gs>
              <a:gs pos="37000">
                <a:srgbClr val="342F29">
                  <a:alpha val="100000"/>
                </a:srgbClr>
              </a:gs>
              <a:gs pos="40000">
                <a:srgbClr val="342F29">
                  <a:alpha val="100000"/>
                </a:srgbClr>
              </a:gs>
              <a:gs pos="41000">
                <a:srgbClr val="16162F">
                  <a:alpha val="100000"/>
                </a:srgbClr>
              </a:gs>
            </a:gsLst>
            <a:path path="circle">
              <a:fillToRect l="100000" t="100000" r="0" b="0"/>
            </a:path>
          </a:gradFill>
          <a:ln/>
        </p:spPr>
      </p:sp>
      <p:sp>
        <p:nvSpPr>
          <p:cNvPr id="3" name="Text 1"/>
          <p:cNvSpPr/>
          <p:nvPr/>
        </p:nvSpPr>
        <p:spPr>
          <a:xfrm>
            <a:off x="13335000" y="-571500"/>
            <a:ext cx="5867400" cy="5372100"/>
          </a:xfrm>
          <a:prstGeom prst="rect">
            <a:avLst/>
          </a:prstGeom>
          <a:noFill/>
          <a:ln/>
        </p:spPr>
        <p:txBody>
          <a:bodyPr wrap="square" lIns="25400" tIns="25400" rIns="25400" bIns="25400" rtlCol="0" anchor="t">
            <a:normAutofit/>
          </a:bodyPr>
          <a:lstStyle/>
          <a:p>
            <a:pPr algn="l" indent="0" marL="0">
              <a:lnSpc>
                <a:spcPct val="105000"/>
              </a:lnSpc>
              <a:buNone/>
            </a:pPr>
            <a:r>
              <a:rPr lang="en-US" sz="40000" b="1" dirty="0">
                <a:solidFill>
                  <a:srgbClr val="FFB7C5">
                    <a:alpha val="6000"/>
                  </a:srgbClr>
                </a:solidFill>
                <a:latin typeface="Georgia" pitchFamily="34" charset="0"/>
                <a:ea typeface="Georgia" pitchFamily="34" charset="-122"/>
                <a:cs typeface="Georgia" pitchFamily="34" charset="-120"/>
              </a:rPr>
              <a:t>桜</a:t>
            </a:r>
            <a:endParaRPr lang="en-US" sz="40000" dirty="0"/>
          </a:p>
        </p:txBody>
      </p:sp>
      <p:sp>
        <p:nvSpPr>
          <p:cNvPr id="4" name="Text 2"/>
          <p:cNvSpPr/>
          <p:nvPr/>
        </p:nvSpPr>
        <p:spPr>
          <a:xfrm>
            <a:off x="1238250" y="3121819"/>
            <a:ext cx="17392650" cy="314325"/>
          </a:xfrm>
          <a:prstGeom prst="rect">
            <a:avLst/>
          </a:prstGeom>
          <a:noFill/>
          <a:ln/>
        </p:spPr>
        <p:txBody>
          <a:bodyPr wrap="square" lIns="25400" tIns="25400" rIns="25400" bIns="25400" rtlCol="0" anchor="t">
            <a:normAutofit/>
          </a:bodyPr>
          <a:lstStyle/>
          <a:p>
            <a:pPr algn="l" indent="0" marL="0">
              <a:buNone/>
            </a:pPr>
            <a:r>
              <a:rPr lang="en-US" sz="1875" b="1" spc="638" kern="0" dirty="0">
                <a:solidFill>
                  <a:srgbClr val="FFD700"/>
                </a:solidFill>
                <a:latin typeface="Arial" pitchFamily="34" charset="0"/>
                <a:ea typeface="Arial" pitchFamily="34" charset="-122"/>
                <a:cs typeface="Arial" pitchFamily="34" charset="-120"/>
              </a:rPr>
              <a:t>UDEMY COURSE · 12 SECTIONS · 57 LECTURES</a:t>
            </a:r>
            <a:endParaRPr lang="en-US" sz="1875" dirty="0"/>
          </a:p>
        </p:txBody>
      </p:sp>
      <p:sp>
        <p:nvSpPr>
          <p:cNvPr id="5" name="Text 3"/>
          <p:cNvSpPr/>
          <p:nvPr/>
        </p:nvSpPr>
        <p:spPr>
          <a:xfrm>
            <a:off x="1238250" y="3798094"/>
            <a:ext cx="17392650" cy="1538288"/>
          </a:xfrm>
          <a:prstGeom prst="rect">
            <a:avLst/>
          </a:prstGeom>
          <a:noFill/>
          <a:ln/>
        </p:spPr>
        <p:txBody>
          <a:bodyPr wrap="square" lIns="25400" tIns="25400" rIns="25400" bIns="25400" rtlCol="0" anchor="t">
            <a:normAutofit/>
          </a:bodyPr>
          <a:lstStyle/>
          <a:p>
            <a:pPr algn="l" indent="0" marL="0">
              <a:lnSpc>
                <a:spcPct val="105000"/>
              </a:lnSpc>
              <a:buNone/>
            </a:pPr>
            <a:r>
              <a:rPr lang="en-US" sz="11250" b="1" dirty="0">
                <a:solidFill>
                  <a:srgbClr val="FFB7C5"/>
                </a:solidFill>
                <a:latin typeface="Georgia" pitchFamily="34" charset="0"/>
                <a:ea typeface="Georgia" pitchFamily="34" charset="-122"/>
                <a:cs typeface="Georgia" pitchFamily="34" charset="-120"/>
              </a:rPr>
              <a:t>こんにちは！</a:t>
            </a:r>
            <a:endParaRPr lang="en-US" sz="11250" dirty="0"/>
          </a:p>
        </p:txBody>
      </p:sp>
      <p:sp>
        <p:nvSpPr>
          <p:cNvPr id="6" name="Shape 4"/>
          <p:cNvSpPr/>
          <p:nvPr/>
        </p:nvSpPr>
        <p:spPr>
          <a:xfrm>
            <a:off x="1238250" y="5907881"/>
            <a:ext cx="800100" cy="38100"/>
          </a:xfrm>
          <a:prstGeom prst="rect">
            <a:avLst/>
          </a:prstGeom>
          <a:solidFill>
            <a:srgbClr val="FFD700"/>
          </a:solidFill>
          <a:ln/>
        </p:spPr>
      </p:sp>
      <p:sp>
        <p:nvSpPr>
          <p:cNvPr id="7" name="Text 5"/>
          <p:cNvSpPr/>
          <p:nvPr/>
        </p:nvSpPr>
        <p:spPr>
          <a:xfrm>
            <a:off x="2324100" y="5431631"/>
            <a:ext cx="9833297" cy="1028700"/>
          </a:xfrm>
          <a:prstGeom prst="rect">
            <a:avLst/>
          </a:prstGeom>
          <a:noFill/>
          <a:ln/>
        </p:spPr>
        <p:txBody>
          <a:bodyPr wrap="square" lIns="25400" tIns="25400" rIns="25400" bIns="25400" rtlCol="0" anchor="t">
            <a:normAutofit/>
          </a:bodyPr>
          <a:lstStyle/>
          <a:p>
            <a:pPr algn="l" indent="0" marL="0">
              <a:buNone/>
            </a:pPr>
            <a:r>
              <a:rPr lang="en-US" sz="6900" b="1" spc="69" kern="0" dirty="0">
                <a:solidFill>
                  <a:srgbClr val="F5F0EA"/>
                </a:solidFill>
                <a:latin typeface="Georgia" pitchFamily="34" charset="0"/>
                <a:ea typeface="Georgia" pitchFamily="34" charset="-122"/>
                <a:cs typeface="Georgia" pitchFamily="34" charset="-120"/>
              </a:rPr>
              <a:t>Japanese for Everyone</a:t>
            </a:r>
            <a:endParaRPr lang="en-US" sz="6900" dirty="0"/>
          </a:p>
        </p:txBody>
      </p:sp>
      <p:sp>
        <p:nvSpPr>
          <p:cNvPr id="8" name="Text 6"/>
          <p:cNvSpPr/>
          <p:nvPr/>
        </p:nvSpPr>
        <p:spPr>
          <a:xfrm>
            <a:off x="1238250" y="6707981"/>
            <a:ext cx="17392650" cy="495300"/>
          </a:xfrm>
          <a:prstGeom prst="rect">
            <a:avLst/>
          </a:prstGeom>
          <a:noFill/>
          <a:ln/>
        </p:spPr>
        <p:txBody>
          <a:bodyPr wrap="square" lIns="25400" tIns="25400" rIns="25400" bIns="25400" rtlCol="0" anchor="t">
            <a:normAutofit/>
          </a:bodyPr>
          <a:lstStyle/>
          <a:p>
            <a:pPr algn="l" indent="0" marL="0">
              <a:buNone/>
            </a:pPr>
            <a:r>
              <a:rPr lang="en-US" sz="3150" i="1" dirty="0">
                <a:solidFill>
                  <a:srgbClr val="CFC8E0"/>
                </a:solidFill>
                <a:latin typeface="Georgia" pitchFamily="34" charset="0"/>
                <a:ea typeface="Georgia" pitchFamily="34" charset="-122"/>
                <a:cs typeface="Georgia" pitchFamily="34" charset="-120"/>
              </a:rPr>
              <a:t>From your very first character to JLPT N4.</a:t>
            </a:r>
            <a:endParaRPr lang="en-US" sz="3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092523"/>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ようこそ · WELCOME</a:t>
            </a:r>
            <a:endParaRPr lang="en-US" sz="1800" dirty="0"/>
          </a:p>
        </p:txBody>
      </p:sp>
      <p:sp>
        <p:nvSpPr>
          <p:cNvPr id="3" name="Text 1"/>
          <p:cNvSpPr/>
          <p:nvPr/>
        </p:nvSpPr>
        <p:spPr>
          <a:xfrm>
            <a:off x="1238250" y="2683073"/>
            <a:ext cx="12753975" cy="2406253"/>
          </a:xfrm>
          <a:prstGeom prst="rect">
            <a:avLst/>
          </a:prstGeom>
          <a:noFill/>
          <a:ln/>
        </p:spPr>
        <p:txBody>
          <a:bodyPr wrap="square" lIns="25400" tIns="25400" rIns="25400" bIns="25400" rtlCol="0" anchor="t">
            <a:normAutofit/>
          </a:bodyPr>
          <a:lstStyle/>
          <a:p>
            <a:pPr algn="l" indent="0" marL="0">
              <a:lnSpc>
                <a:spcPct val="112000"/>
              </a:lnSpc>
              <a:buNone/>
            </a:pPr>
            <a:r>
              <a:rPr lang="en-US" sz="5550" b="1" dirty="0">
                <a:solidFill>
                  <a:srgbClr val="F5F0EA"/>
                </a:solidFill>
                <a:latin typeface="Georgia" pitchFamily="34" charset="0"/>
                <a:ea typeface="Georgia" pitchFamily="34" charset="-122"/>
                <a:cs typeface="Georgia" pitchFamily="34" charset="-120"/>
              </a:rPr>
              <a:t>You start knowing nothing. You finish reading, writing, and talking with real people.</a:t>
            </a:r>
            <a:endParaRPr lang="en-US" sz="5550" dirty="0"/>
          </a:p>
        </p:txBody>
      </p:sp>
      <p:sp>
        <p:nvSpPr>
          <p:cNvPr id="4" name="Shape 2"/>
          <p:cNvSpPr/>
          <p:nvPr/>
        </p:nvSpPr>
        <p:spPr>
          <a:xfrm>
            <a:off x="1238250" y="5756077"/>
            <a:ext cx="5054501" cy="28575"/>
          </a:xfrm>
          <a:prstGeom prst="rect">
            <a:avLst/>
          </a:prstGeom>
          <a:solidFill>
            <a:srgbClr val="FFB7C5"/>
          </a:solidFill>
          <a:ln/>
        </p:spPr>
      </p:sp>
      <p:sp>
        <p:nvSpPr>
          <p:cNvPr id="5" name="Text 3"/>
          <p:cNvSpPr/>
          <p:nvPr/>
        </p:nvSpPr>
        <p:spPr>
          <a:xfrm>
            <a:off x="1238250" y="6032302"/>
            <a:ext cx="5559951" cy="809625"/>
          </a:xfrm>
          <a:prstGeom prst="rect">
            <a:avLst/>
          </a:prstGeom>
          <a:noFill/>
          <a:ln/>
        </p:spPr>
        <p:txBody>
          <a:bodyPr wrap="square" lIns="25400" tIns="25400" rIns="25400" bIns="25400" rtlCol="0" anchor="t">
            <a:normAutofit/>
          </a:bodyPr>
          <a:lstStyle/>
          <a:p>
            <a:pPr algn="l" indent="0" marL="0">
              <a:buNone/>
            </a:pPr>
            <a:r>
              <a:rPr lang="en-US" sz="4200" dirty="0">
                <a:solidFill>
                  <a:srgbClr val="FFB7C5"/>
                </a:solidFill>
                <a:latin typeface="Georgia" pitchFamily="34" charset="0"/>
                <a:ea typeface="Georgia" pitchFamily="34" charset="-122"/>
                <a:cs typeface="Georgia" pitchFamily="34" charset="-120"/>
              </a:rPr>
              <a:t>読む</a:t>
            </a:r>
            <a:endParaRPr lang="en-US" sz="4200" dirty="0"/>
          </a:p>
        </p:txBody>
      </p:sp>
      <p:sp>
        <p:nvSpPr>
          <p:cNvPr id="6" name="Text 4"/>
          <p:cNvSpPr/>
          <p:nvPr/>
        </p:nvSpPr>
        <p:spPr>
          <a:xfrm>
            <a:off x="1238250" y="6880027"/>
            <a:ext cx="5559951" cy="523875"/>
          </a:xfrm>
          <a:prstGeom prst="rect">
            <a:avLst/>
          </a:prstGeom>
          <a:noFill/>
          <a:ln/>
        </p:spPr>
        <p:txBody>
          <a:bodyPr wrap="square" lIns="25400" tIns="25400" rIns="25400" bIns="25400" rtlCol="0" anchor="t">
            <a:normAutofit/>
          </a:bodyPr>
          <a:lstStyle/>
          <a:p>
            <a:pPr algn="l" indent="0" marL="0">
              <a:buNone/>
            </a:pPr>
            <a:r>
              <a:rPr lang="en-US" sz="3150" dirty="0">
                <a:solidFill>
                  <a:srgbClr val="F5F0EA"/>
                </a:solidFill>
                <a:latin typeface="Georgia" pitchFamily="34" charset="0"/>
                <a:ea typeface="Georgia" pitchFamily="34" charset="-122"/>
                <a:cs typeface="Georgia" pitchFamily="34" charset="-120"/>
              </a:rPr>
              <a:t>Read</a:t>
            </a:r>
            <a:endParaRPr lang="en-US" sz="3150" dirty="0"/>
          </a:p>
        </p:txBody>
      </p:sp>
      <p:sp>
        <p:nvSpPr>
          <p:cNvPr id="7" name="Text 5"/>
          <p:cNvSpPr/>
          <p:nvPr/>
        </p:nvSpPr>
        <p:spPr>
          <a:xfrm>
            <a:off x="1238250" y="7480102"/>
            <a:ext cx="5206136" cy="75247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B9B2CC"/>
                </a:solidFill>
                <a:latin typeface="Arial" pitchFamily="34" charset="0"/>
                <a:ea typeface="Arial" pitchFamily="34" charset="-122"/>
                <a:cs typeface="Arial" pitchFamily="34" charset="-120"/>
              </a:rPr>
              <a:t>Kana, then kanji — words on signs, menus, and pages.</a:t>
            </a:r>
            <a:endParaRPr lang="en-US" sz="1875" dirty="0"/>
          </a:p>
        </p:txBody>
      </p:sp>
      <p:sp>
        <p:nvSpPr>
          <p:cNvPr id="8" name="Shape 6"/>
          <p:cNvSpPr/>
          <p:nvPr/>
        </p:nvSpPr>
        <p:spPr>
          <a:xfrm>
            <a:off x="6616601" y="5756077"/>
            <a:ext cx="5054650" cy="28575"/>
          </a:xfrm>
          <a:prstGeom prst="rect">
            <a:avLst/>
          </a:prstGeom>
          <a:solidFill>
            <a:srgbClr val="FFD700"/>
          </a:solidFill>
          <a:ln/>
        </p:spPr>
      </p:sp>
      <p:sp>
        <p:nvSpPr>
          <p:cNvPr id="9" name="Text 7"/>
          <p:cNvSpPr/>
          <p:nvPr/>
        </p:nvSpPr>
        <p:spPr>
          <a:xfrm>
            <a:off x="6616601" y="6032302"/>
            <a:ext cx="5560115" cy="809625"/>
          </a:xfrm>
          <a:prstGeom prst="rect">
            <a:avLst/>
          </a:prstGeom>
          <a:noFill/>
          <a:ln/>
        </p:spPr>
        <p:txBody>
          <a:bodyPr wrap="square" lIns="25400" tIns="25400" rIns="25400" bIns="25400" rtlCol="0" anchor="t">
            <a:normAutofit/>
          </a:bodyPr>
          <a:lstStyle/>
          <a:p>
            <a:pPr algn="l" indent="0" marL="0">
              <a:buNone/>
            </a:pPr>
            <a:r>
              <a:rPr lang="en-US" sz="4200" dirty="0">
                <a:solidFill>
                  <a:srgbClr val="FFD700"/>
                </a:solidFill>
                <a:latin typeface="Georgia" pitchFamily="34" charset="0"/>
                <a:ea typeface="Georgia" pitchFamily="34" charset="-122"/>
                <a:cs typeface="Georgia" pitchFamily="34" charset="-120"/>
              </a:rPr>
              <a:t>書く</a:t>
            </a:r>
            <a:endParaRPr lang="en-US" sz="4200" dirty="0"/>
          </a:p>
        </p:txBody>
      </p:sp>
      <p:sp>
        <p:nvSpPr>
          <p:cNvPr id="10" name="Text 8"/>
          <p:cNvSpPr/>
          <p:nvPr/>
        </p:nvSpPr>
        <p:spPr>
          <a:xfrm>
            <a:off x="6616601" y="6880027"/>
            <a:ext cx="5560115" cy="523875"/>
          </a:xfrm>
          <a:prstGeom prst="rect">
            <a:avLst/>
          </a:prstGeom>
          <a:noFill/>
          <a:ln/>
        </p:spPr>
        <p:txBody>
          <a:bodyPr wrap="square" lIns="25400" tIns="25400" rIns="25400" bIns="25400" rtlCol="0" anchor="t">
            <a:normAutofit/>
          </a:bodyPr>
          <a:lstStyle/>
          <a:p>
            <a:pPr algn="l" indent="0" marL="0">
              <a:buNone/>
            </a:pPr>
            <a:r>
              <a:rPr lang="en-US" sz="3150" dirty="0">
                <a:solidFill>
                  <a:srgbClr val="F5F0EA"/>
                </a:solidFill>
                <a:latin typeface="Georgia" pitchFamily="34" charset="0"/>
                <a:ea typeface="Georgia" pitchFamily="34" charset="-122"/>
                <a:cs typeface="Georgia" pitchFamily="34" charset="-120"/>
              </a:rPr>
              <a:t>Write</a:t>
            </a:r>
            <a:endParaRPr lang="en-US" sz="3150" dirty="0"/>
          </a:p>
        </p:txBody>
      </p:sp>
      <p:sp>
        <p:nvSpPr>
          <p:cNvPr id="11" name="Text 9"/>
          <p:cNvSpPr/>
          <p:nvPr/>
        </p:nvSpPr>
        <p:spPr>
          <a:xfrm>
            <a:off x="6616601" y="7480102"/>
            <a:ext cx="5206289" cy="75247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B9B2CC"/>
                </a:solidFill>
                <a:latin typeface="Arial" pitchFamily="34" charset="0"/>
                <a:ea typeface="Arial" pitchFamily="34" charset="-122"/>
                <a:cs typeface="Arial" pitchFamily="34" charset="-120"/>
              </a:rPr>
              <a:t>Stroke order, sentences, and short everyday messages.</a:t>
            </a:r>
            <a:endParaRPr lang="en-US" sz="1875" dirty="0"/>
          </a:p>
        </p:txBody>
      </p:sp>
      <p:sp>
        <p:nvSpPr>
          <p:cNvPr id="12" name="Shape 10"/>
          <p:cNvSpPr/>
          <p:nvPr/>
        </p:nvSpPr>
        <p:spPr>
          <a:xfrm>
            <a:off x="11995100" y="5756077"/>
            <a:ext cx="5054650" cy="28575"/>
          </a:xfrm>
          <a:prstGeom prst="rect">
            <a:avLst/>
          </a:prstGeom>
          <a:solidFill>
            <a:srgbClr val="FFB7C5"/>
          </a:solidFill>
          <a:ln/>
        </p:spPr>
      </p:sp>
      <p:sp>
        <p:nvSpPr>
          <p:cNvPr id="13" name="Text 11"/>
          <p:cNvSpPr/>
          <p:nvPr/>
        </p:nvSpPr>
        <p:spPr>
          <a:xfrm>
            <a:off x="11995100" y="6032302"/>
            <a:ext cx="5560115" cy="809625"/>
          </a:xfrm>
          <a:prstGeom prst="rect">
            <a:avLst/>
          </a:prstGeom>
          <a:noFill/>
          <a:ln/>
        </p:spPr>
        <p:txBody>
          <a:bodyPr wrap="square" lIns="25400" tIns="25400" rIns="25400" bIns="25400" rtlCol="0" anchor="t">
            <a:normAutofit/>
          </a:bodyPr>
          <a:lstStyle/>
          <a:p>
            <a:pPr algn="l" indent="0" marL="0">
              <a:buNone/>
            </a:pPr>
            <a:r>
              <a:rPr lang="en-US" sz="4200" dirty="0">
                <a:solidFill>
                  <a:srgbClr val="FFB7C5"/>
                </a:solidFill>
                <a:latin typeface="Georgia" pitchFamily="34" charset="0"/>
                <a:ea typeface="Georgia" pitchFamily="34" charset="-122"/>
                <a:cs typeface="Georgia" pitchFamily="34" charset="-120"/>
              </a:rPr>
              <a:t>話す</a:t>
            </a:r>
            <a:endParaRPr lang="en-US" sz="4200" dirty="0"/>
          </a:p>
        </p:txBody>
      </p:sp>
      <p:sp>
        <p:nvSpPr>
          <p:cNvPr id="14" name="Text 12"/>
          <p:cNvSpPr/>
          <p:nvPr/>
        </p:nvSpPr>
        <p:spPr>
          <a:xfrm>
            <a:off x="11995100" y="6880027"/>
            <a:ext cx="5560115" cy="523875"/>
          </a:xfrm>
          <a:prstGeom prst="rect">
            <a:avLst/>
          </a:prstGeom>
          <a:noFill/>
          <a:ln/>
        </p:spPr>
        <p:txBody>
          <a:bodyPr wrap="square" lIns="25400" tIns="25400" rIns="25400" bIns="25400" rtlCol="0" anchor="t">
            <a:normAutofit/>
          </a:bodyPr>
          <a:lstStyle/>
          <a:p>
            <a:pPr algn="l" indent="0" marL="0">
              <a:buNone/>
            </a:pPr>
            <a:r>
              <a:rPr lang="en-US" sz="3150" dirty="0">
                <a:solidFill>
                  <a:srgbClr val="F5F0EA"/>
                </a:solidFill>
                <a:latin typeface="Georgia" pitchFamily="34" charset="0"/>
                <a:ea typeface="Georgia" pitchFamily="34" charset="-122"/>
                <a:cs typeface="Georgia" pitchFamily="34" charset="-120"/>
              </a:rPr>
              <a:t>Speak</a:t>
            </a:r>
            <a:endParaRPr lang="en-US" sz="3150" dirty="0"/>
          </a:p>
        </p:txBody>
      </p:sp>
      <p:sp>
        <p:nvSpPr>
          <p:cNvPr id="15" name="Text 13"/>
          <p:cNvSpPr/>
          <p:nvPr/>
        </p:nvSpPr>
        <p:spPr>
          <a:xfrm>
            <a:off x="11995100" y="7480102"/>
            <a:ext cx="5206289" cy="75247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B9B2CC"/>
                </a:solidFill>
                <a:latin typeface="Arial" pitchFamily="34" charset="0"/>
                <a:ea typeface="Arial" pitchFamily="34" charset="-122"/>
                <a:cs typeface="Arial" pitchFamily="34" charset="-120"/>
              </a:rPr>
              <a:t>Greetings to full conversations — politely and naturally.</a:t>
            </a:r>
            <a:endParaRPr lang="en-US" sz="18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157413"/>
            <a:ext cx="17392650" cy="3048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THE FOUNDATIONS</a:t>
            </a:r>
            <a:endParaRPr lang="en-US" sz="1800" dirty="0"/>
          </a:p>
        </p:txBody>
      </p:sp>
      <p:sp>
        <p:nvSpPr>
          <p:cNvPr id="3" name="Text 1"/>
          <p:cNvSpPr/>
          <p:nvPr/>
        </p:nvSpPr>
        <p:spPr>
          <a:xfrm>
            <a:off x="1238250" y="2595563"/>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Three Ways to Write</a:t>
            </a:r>
            <a:endParaRPr lang="en-US" sz="5250" dirty="0"/>
          </a:p>
        </p:txBody>
      </p:sp>
      <p:sp>
        <p:nvSpPr>
          <p:cNvPr id="4" name="Shape 2"/>
          <p:cNvSpPr/>
          <p:nvPr/>
        </p:nvSpPr>
        <p:spPr>
          <a:xfrm>
            <a:off x="1238250" y="3557588"/>
            <a:ext cx="800100" cy="38100"/>
          </a:xfrm>
          <a:prstGeom prst="rect">
            <a:avLst/>
          </a:prstGeom>
          <a:solidFill>
            <a:srgbClr val="FFD700"/>
          </a:solidFill>
          <a:ln/>
        </p:spPr>
      </p:sp>
      <p:sp>
        <p:nvSpPr>
          <p:cNvPr id="5" name="Shape 3"/>
          <p:cNvSpPr/>
          <p:nvPr/>
        </p:nvSpPr>
        <p:spPr>
          <a:xfrm>
            <a:off x="1238250" y="4205288"/>
            <a:ext cx="5054501" cy="3924300"/>
          </a:xfrm>
          <a:prstGeom prst="roundRect">
            <a:avLst>
              <a:gd name="adj" fmla="val 1456"/>
            </a:avLst>
          </a:prstGeom>
          <a:solidFill>
            <a:srgbClr val="232350"/>
          </a:solidFill>
          <a:ln w="9525">
            <a:solidFill>
              <a:srgbClr val="34346A"/>
            </a:solidFill>
            <a:prstDash val="solid"/>
          </a:ln>
        </p:spPr>
      </p:sp>
      <p:sp>
        <p:nvSpPr>
          <p:cNvPr id="6" name="Text 4"/>
          <p:cNvSpPr/>
          <p:nvPr/>
        </p:nvSpPr>
        <p:spPr>
          <a:xfrm>
            <a:off x="1415102" y="4672013"/>
            <a:ext cx="4700796" cy="1466850"/>
          </a:xfrm>
          <a:prstGeom prst="rect">
            <a:avLst/>
          </a:prstGeom>
          <a:noFill/>
          <a:ln/>
        </p:spPr>
        <p:txBody>
          <a:bodyPr wrap="square" lIns="25400" tIns="25400" rIns="25400" bIns="25400" rtlCol="0" anchor="t">
            <a:normAutofit/>
          </a:bodyPr>
          <a:lstStyle/>
          <a:p>
            <a:pPr algn="ctr" indent="0" marL="0">
              <a:lnSpc>
                <a:spcPct val="100000"/>
              </a:lnSpc>
              <a:buNone/>
            </a:pPr>
            <a:r>
              <a:rPr lang="en-US" sz="11250" dirty="0">
                <a:solidFill>
                  <a:srgbClr val="FFB7C5"/>
                </a:solidFill>
                <a:latin typeface="Georgia" pitchFamily="34" charset="0"/>
                <a:ea typeface="Georgia" pitchFamily="34" charset="-122"/>
                <a:cs typeface="Georgia" pitchFamily="34" charset="-120"/>
              </a:rPr>
              <a:t>あ</a:t>
            </a:r>
            <a:endParaRPr lang="en-US" sz="11250" dirty="0"/>
          </a:p>
        </p:txBody>
      </p:sp>
      <p:sp>
        <p:nvSpPr>
          <p:cNvPr id="7" name="Text 5"/>
          <p:cNvSpPr/>
          <p:nvPr/>
        </p:nvSpPr>
        <p:spPr>
          <a:xfrm>
            <a:off x="1415102" y="6329363"/>
            <a:ext cx="4700796" cy="552450"/>
          </a:xfrm>
          <a:prstGeom prst="rect">
            <a:avLst/>
          </a:prstGeom>
          <a:noFill/>
          <a:ln/>
        </p:spPr>
        <p:txBody>
          <a:bodyPr wrap="square" lIns="25400" tIns="25400" rIns="25400" bIns="25400" rtlCol="0" anchor="t">
            <a:normAutofit/>
          </a:bodyPr>
          <a:lstStyle/>
          <a:p>
            <a:pPr algn="ctr" indent="0" marL="0">
              <a:buNone/>
            </a:pPr>
            <a:r>
              <a:rPr lang="en-US" sz="3300" dirty="0">
                <a:solidFill>
                  <a:srgbClr val="F5F0EA"/>
                </a:solidFill>
                <a:latin typeface="Georgia" pitchFamily="34" charset="0"/>
                <a:ea typeface="Georgia" pitchFamily="34" charset="-122"/>
                <a:cs typeface="Georgia" pitchFamily="34" charset="-120"/>
              </a:rPr>
              <a:t>Hiragana</a:t>
            </a:r>
            <a:endParaRPr lang="en-US" sz="3300" dirty="0"/>
          </a:p>
        </p:txBody>
      </p:sp>
      <p:sp>
        <p:nvSpPr>
          <p:cNvPr id="8" name="Text 6"/>
          <p:cNvSpPr/>
          <p:nvPr/>
        </p:nvSpPr>
        <p:spPr>
          <a:xfrm>
            <a:off x="1564673" y="6977063"/>
            <a:ext cx="4401654" cy="723900"/>
          </a:xfrm>
          <a:prstGeom prst="rect">
            <a:avLst/>
          </a:prstGeom>
          <a:noFill/>
          <a:ln/>
        </p:spPr>
        <p:txBody>
          <a:bodyPr wrap="square" lIns="25400" tIns="25400" rIns="25400" bIns="25400" rtlCol="0" anchor="t">
            <a:normAutofit/>
          </a:bodyPr>
          <a:lstStyle/>
          <a:p>
            <a:pPr algn="ctr" indent="0" marL="0">
              <a:lnSpc>
                <a:spcPct val="150000"/>
              </a:lnSpc>
              <a:buNone/>
            </a:pPr>
            <a:r>
              <a:rPr lang="en-US" sz="1800" dirty="0">
                <a:solidFill>
                  <a:srgbClr val="B9B2CC"/>
                </a:solidFill>
                <a:latin typeface="Arial" pitchFamily="34" charset="0"/>
                <a:ea typeface="Arial" pitchFamily="34" charset="-122"/>
                <a:cs typeface="Arial" pitchFamily="34" charset="-120"/>
              </a:rPr>
              <a:t>46 sounds for native Japanese words and all grammar.</a:t>
            </a:r>
            <a:endParaRPr lang="en-US" sz="1800" dirty="0"/>
          </a:p>
        </p:txBody>
      </p:sp>
      <p:sp>
        <p:nvSpPr>
          <p:cNvPr id="9" name="Shape 7"/>
          <p:cNvSpPr/>
          <p:nvPr/>
        </p:nvSpPr>
        <p:spPr>
          <a:xfrm>
            <a:off x="6616601" y="4205288"/>
            <a:ext cx="5054650" cy="3924300"/>
          </a:xfrm>
          <a:prstGeom prst="roundRect">
            <a:avLst>
              <a:gd name="adj" fmla="val 1456"/>
            </a:avLst>
          </a:prstGeom>
          <a:solidFill>
            <a:srgbClr val="232350"/>
          </a:solidFill>
          <a:ln w="9525">
            <a:solidFill>
              <a:srgbClr val="34346A"/>
            </a:solidFill>
            <a:prstDash val="solid"/>
          </a:ln>
        </p:spPr>
      </p:sp>
      <p:sp>
        <p:nvSpPr>
          <p:cNvPr id="10" name="Text 8"/>
          <p:cNvSpPr/>
          <p:nvPr/>
        </p:nvSpPr>
        <p:spPr>
          <a:xfrm>
            <a:off x="6793446" y="4672013"/>
            <a:ext cx="4700960" cy="1466850"/>
          </a:xfrm>
          <a:prstGeom prst="rect">
            <a:avLst/>
          </a:prstGeom>
          <a:noFill/>
          <a:ln/>
        </p:spPr>
        <p:txBody>
          <a:bodyPr wrap="square" lIns="25400" tIns="25400" rIns="25400" bIns="25400" rtlCol="0" anchor="t">
            <a:normAutofit/>
          </a:bodyPr>
          <a:lstStyle/>
          <a:p>
            <a:pPr algn="ctr" indent="0" marL="0">
              <a:lnSpc>
                <a:spcPct val="100000"/>
              </a:lnSpc>
              <a:buNone/>
            </a:pPr>
            <a:r>
              <a:rPr lang="en-US" sz="11250" dirty="0">
                <a:solidFill>
                  <a:srgbClr val="FFD700"/>
                </a:solidFill>
                <a:latin typeface="Georgia" pitchFamily="34" charset="0"/>
                <a:ea typeface="Georgia" pitchFamily="34" charset="-122"/>
                <a:cs typeface="Georgia" pitchFamily="34" charset="-120"/>
              </a:rPr>
              <a:t>ア</a:t>
            </a:r>
            <a:endParaRPr lang="en-US" sz="11250" dirty="0"/>
          </a:p>
        </p:txBody>
      </p:sp>
      <p:sp>
        <p:nvSpPr>
          <p:cNvPr id="11" name="Text 9"/>
          <p:cNvSpPr/>
          <p:nvPr/>
        </p:nvSpPr>
        <p:spPr>
          <a:xfrm>
            <a:off x="6793446" y="6329363"/>
            <a:ext cx="4700960" cy="552450"/>
          </a:xfrm>
          <a:prstGeom prst="rect">
            <a:avLst/>
          </a:prstGeom>
          <a:noFill/>
          <a:ln/>
        </p:spPr>
        <p:txBody>
          <a:bodyPr wrap="square" lIns="25400" tIns="25400" rIns="25400" bIns="25400" rtlCol="0" anchor="t">
            <a:normAutofit/>
          </a:bodyPr>
          <a:lstStyle/>
          <a:p>
            <a:pPr algn="ctr" indent="0" marL="0">
              <a:buNone/>
            </a:pPr>
            <a:r>
              <a:rPr lang="en-US" sz="3300" dirty="0">
                <a:solidFill>
                  <a:srgbClr val="F5F0EA"/>
                </a:solidFill>
                <a:latin typeface="Georgia" pitchFamily="34" charset="0"/>
                <a:ea typeface="Georgia" pitchFamily="34" charset="-122"/>
                <a:cs typeface="Georgia" pitchFamily="34" charset="-120"/>
              </a:rPr>
              <a:t>Katakana</a:t>
            </a:r>
            <a:endParaRPr lang="en-US" sz="3300" dirty="0"/>
          </a:p>
        </p:txBody>
      </p:sp>
      <p:sp>
        <p:nvSpPr>
          <p:cNvPr id="12" name="Text 10"/>
          <p:cNvSpPr/>
          <p:nvPr/>
        </p:nvSpPr>
        <p:spPr>
          <a:xfrm>
            <a:off x="6943022" y="6977063"/>
            <a:ext cx="4401808" cy="723900"/>
          </a:xfrm>
          <a:prstGeom prst="rect">
            <a:avLst/>
          </a:prstGeom>
          <a:noFill/>
          <a:ln/>
        </p:spPr>
        <p:txBody>
          <a:bodyPr wrap="square" lIns="25400" tIns="25400" rIns="25400" bIns="25400" rtlCol="0" anchor="t">
            <a:normAutofit/>
          </a:bodyPr>
          <a:lstStyle/>
          <a:p>
            <a:pPr algn="ctr" indent="0" marL="0">
              <a:lnSpc>
                <a:spcPct val="150000"/>
              </a:lnSpc>
              <a:buNone/>
            </a:pPr>
            <a:r>
              <a:rPr lang="en-US" sz="1800" dirty="0">
                <a:solidFill>
                  <a:srgbClr val="B9B2CC"/>
                </a:solidFill>
                <a:latin typeface="Arial" pitchFamily="34" charset="0"/>
                <a:ea typeface="Arial" pitchFamily="34" charset="-122"/>
                <a:cs typeface="Arial" pitchFamily="34" charset="-120"/>
              </a:rPr>
              <a:t>The same 46 sounds — for foreign and borrowed words.</a:t>
            </a:r>
            <a:endParaRPr lang="en-US" sz="1800" dirty="0"/>
          </a:p>
        </p:txBody>
      </p:sp>
      <p:sp>
        <p:nvSpPr>
          <p:cNvPr id="13" name="Shape 11"/>
          <p:cNvSpPr/>
          <p:nvPr/>
        </p:nvSpPr>
        <p:spPr>
          <a:xfrm>
            <a:off x="11995100" y="4205288"/>
            <a:ext cx="5054650" cy="3924300"/>
          </a:xfrm>
          <a:prstGeom prst="roundRect">
            <a:avLst>
              <a:gd name="adj" fmla="val 1456"/>
            </a:avLst>
          </a:prstGeom>
          <a:solidFill>
            <a:srgbClr val="232350"/>
          </a:solidFill>
          <a:ln w="9525">
            <a:solidFill>
              <a:srgbClr val="34346A"/>
            </a:solidFill>
            <a:prstDash val="solid"/>
          </a:ln>
        </p:spPr>
      </p:sp>
      <p:sp>
        <p:nvSpPr>
          <p:cNvPr id="14" name="Text 12"/>
          <p:cNvSpPr/>
          <p:nvPr/>
        </p:nvSpPr>
        <p:spPr>
          <a:xfrm>
            <a:off x="12171945" y="4672013"/>
            <a:ext cx="4700960" cy="1466850"/>
          </a:xfrm>
          <a:prstGeom prst="rect">
            <a:avLst/>
          </a:prstGeom>
          <a:noFill/>
          <a:ln/>
        </p:spPr>
        <p:txBody>
          <a:bodyPr wrap="square" lIns="25400" tIns="25400" rIns="25400" bIns="25400" rtlCol="0" anchor="t">
            <a:normAutofit/>
          </a:bodyPr>
          <a:lstStyle/>
          <a:p>
            <a:pPr algn="ctr" indent="0" marL="0">
              <a:lnSpc>
                <a:spcPct val="100000"/>
              </a:lnSpc>
              <a:buNone/>
            </a:pPr>
            <a:r>
              <a:rPr lang="en-US" sz="11250" dirty="0">
                <a:solidFill>
                  <a:srgbClr val="FFB7C5"/>
                </a:solidFill>
                <a:latin typeface="Georgia" pitchFamily="34" charset="0"/>
                <a:ea typeface="Georgia" pitchFamily="34" charset="-122"/>
                <a:cs typeface="Georgia" pitchFamily="34" charset="-120"/>
              </a:rPr>
              <a:t>漢</a:t>
            </a:r>
            <a:endParaRPr lang="en-US" sz="11250" dirty="0"/>
          </a:p>
        </p:txBody>
      </p:sp>
      <p:sp>
        <p:nvSpPr>
          <p:cNvPr id="15" name="Text 13"/>
          <p:cNvSpPr/>
          <p:nvPr/>
        </p:nvSpPr>
        <p:spPr>
          <a:xfrm>
            <a:off x="12171945" y="6329363"/>
            <a:ext cx="4700960" cy="552450"/>
          </a:xfrm>
          <a:prstGeom prst="rect">
            <a:avLst/>
          </a:prstGeom>
          <a:noFill/>
          <a:ln/>
        </p:spPr>
        <p:txBody>
          <a:bodyPr wrap="square" lIns="25400" tIns="25400" rIns="25400" bIns="25400" rtlCol="0" anchor="t">
            <a:normAutofit/>
          </a:bodyPr>
          <a:lstStyle/>
          <a:p>
            <a:pPr algn="ctr" indent="0" marL="0">
              <a:buNone/>
            </a:pPr>
            <a:r>
              <a:rPr lang="en-US" sz="3300" dirty="0">
                <a:solidFill>
                  <a:srgbClr val="F5F0EA"/>
                </a:solidFill>
                <a:latin typeface="Georgia" pitchFamily="34" charset="0"/>
                <a:ea typeface="Georgia" pitchFamily="34" charset="-122"/>
                <a:cs typeface="Georgia" pitchFamily="34" charset="-120"/>
              </a:rPr>
              <a:t>Kanji</a:t>
            </a:r>
            <a:endParaRPr lang="en-US" sz="3300" dirty="0"/>
          </a:p>
        </p:txBody>
      </p:sp>
      <p:sp>
        <p:nvSpPr>
          <p:cNvPr id="16" name="Text 14"/>
          <p:cNvSpPr/>
          <p:nvPr/>
        </p:nvSpPr>
        <p:spPr>
          <a:xfrm>
            <a:off x="12321521" y="6977063"/>
            <a:ext cx="4401808" cy="723900"/>
          </a:xfrm>
          <a:prstGeom prst="rect">
            <a:avLst/>
          </a:prstGeom>
          <a:noFill/>
          <a:ln/>
        </p:spPr>
        <p:txBody>
          <a:bodyPr wrap="square" lIns="25400" tIns="25400" rIns="25400" bIns="25400" rtlCol="0" anchor="t">
            <a:normAutofit/>
          </a:bodyPr>
          <a:lstStyle/>
          <a:p>
            <a:pPr algn="ctr" indent="0" marL="0">
              <a:lnSpc>
                <a:spcPct val="150000"/>
              </a:lnSpc>
              <a:buNone/>
            </a:pPr>
            <a:r>
              <a:rPr lang="en-US" sz="1800" dirty="0">
                <a:solidFill>
                  <a:srgbClr val="B9B2CC"/>
                </a:solidFill>
                <a:latin typeface="Arial" pitchFamily="34" charset="0"/>
                <a:ea typeface="Arial" pitchFamily="34" charset="-122"/>
                <a:cs typeface="Arial" pitchFamily="34" charset="-120"/>
              </a:rPr>
              <a:t>Characters that carry meaning — about 300 by N4.</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514600"/>
            <a:ext cx="17392650" cy="3048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THE PATH</a:t>
            </a:r>
            <a:endParaRPr lang="en-US" sz="1800" dirty="0"/>
          </a:p>
        </p:txBody>
      </p:sp>
      <p:sp>
        <p:nvSpPr>
          <p:cNvPr id="3" name="Text 1"/>
          <p:cNvSpPr/>
          <p:nvPr/>
        </p:nvSpPr>
        <p:spPr>
          <a:xfrm>
            <a:off x="1238250" y="2952750"/>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The Learning Journey</a:t>
            </a:r>
            <a:endParaRPr lang="en-US" sz="5250" dirty="0"/>
          </a:p>
        </p:txBody>
      </p:sp>
      <p:sp>
        <p:nvSpPr>
          <p:cNvPr id="4" name="Shape 2"/>
          <p:cNvSpPr/>
          <p:nvPr/>
        </p:nvSpPr>
        <p:spPr>
          <a:xfrm>
            <a:off x="1238250" y="3914775"/>
            <a:ext cx="800100" cy="38100"/>
          </a:xfrm>
          <a:prstGeom prst="rect">
            <a:avLst/>
          </a:prstGeom>
          <a:solidFill>
            <a:srgbClr val="FFD700"/>
          </a:solidFill>
          <a:ln/>
        </p:spPr>
      </p:sp>
      <p:sp>
        <p:nvSpPr>
          <p:cNvPr id="5" name="Text 3"/>
          <p:cNvSpPr/>
          <p:nvPr/>
        </p:nvSpPr>
        <p:spPr>
          <a:xfrm>
            <a:off x="1238250" y="4619625"/>
            <a:ext cx="3468053" cy="752475"/>
          </a:xfrm>
          <a:prstGeom prst="rect">
            <a:avLst/>
          </a:prstGeom>
          <a:noFill/>
          <a:ln/>
        </p:spPr>
        <p:txBody>
          <a:bodyPr wrap="square" lIns="25400" tIns="25400" rIns="25400" bIns="25400" rtlCol="0" anchor="t">
            <a:normAutofit/>
          </a:bodyPr>
          <a:lstStyle/>
          <a:p>
            <a:pPr algn="l" indent="0" marL="0">
              <a:buNone/>
            </a:pPr>
            <a:r>
              <a:rPr lang="en-US" sz="4650" dirty="0">
                <a:solidFill>
                  <a:srgbClr val="FFD700"/>
                </a:solidFill>
                <a:latin typeface="Georgia" pitchFamily="34" charset="0"/>
                <a:ea typeface="Georgia" pitchFamily="34" charset="-122"/>
                <a:cs typeface="Georgia" pitchFamily="34" charset="-120"/>
              </a:rPr>
              <a:t>01</a:t>
            </a:r>
            <a:endParaRPr lang="en-US" sz="4650" dirty="0"/>
          </a:p>
        </p:txBody>
      </p:sp>
      <p:sp>
        <p:nvSpPr>
          <p:cNvPr id="6" name="Text 4"/>
          <p:cNvSpPr/>
          <p:nvPr/>
        </p:nvSpPr>
        <p:spPr>
          <a:xfrm>
            <a:off x="1238250" y="5391150"/>
            <a:ext cx="3468053"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FB7C5"/>
                </a:solidFill>
                <a:latin typeface="Georgia" pitchFamily="34" charset="0"/>
                <a:ea typeface="Georgia" pitchFamily="34" charset="-122"/>
                <a:cs typeface="Georgia" pitchFamily="34" charset="-120"/>
              </a:rPr>
              <a:t>基礎</a:t>
            </a:r>
            <a:endParaRPr lang="en-US" sz="2550" dirty="0"/>
          </a:p>
        </p:txBody>
      </p:sp>
      <p:sp>
        <p:nvSpPr>
          <p:cNvPr id="7" name="Text 5"/>
          <p:cNvSpPr/>
          <p:nvPr/>
        </p:nvSpPr>
        <p:spPr>
          <a:xfrm>
            <a:off x="1238250" y="5895975"/>
            <a:ext cx="3468053" cy="4286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Foundations</a:t>
            </a:r>
            <a:endParaRPr lang="en-US" sz="2550" dirty="0"/>
          </a:p>
        </p:txBody>
      </p:sp>
      <p:sp>
        <p:nvSpPr>
          <p:cNvPr id="8" name="Text 6"/>
          <p:cNvSpPr/>
          <p:nvPr/>
        </p:nvSpPr>
        <p:spPr>
          <a:xfrm>
            <a:off x="1238250" y="6400800"/>
            <a:ext cx="346805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Hiragana &amp; katakana</a:t>
            </a:r>
            <a:endParaRPr lang="en-US" sz="1800" dirty="0"/>
          </a:p>
        </p:txBody>
      </p:sp>
      <p:sp>
        <p:nvSpPr>
          <p:cNvPr id="9" name="Text 7"/>
          <p:cNvSpPr/>
          <p:nvPr/>
        </p:nvSpPr>
        <p:spPr>
          <a:xfrm>
            <a:off x="4733925" y="4619625"/>
            <a:ext cx="457200" cy="2162175"/>
          </a:xfrm>
          <a:prstGeom prst="rect">
            <a:avLst/>
          </a:prstGeom>
          <a:noFill/>
          <a:ln/>
        </p:spPr>
        <p:txBody>
          <a:bodyPr wrap="square" lIns="25400" tIns="25400" rIns="25400" bIns="25400" rtlCol="0" anchor="ctr">
            <a:normAutofit/>
          </a:bodyPr>
          <a:lstStyle/>
          <a:p>
            <a:pPr algn="l" indent="0" marL="0">
              <a:buNone/>
            </a:pPr>
            <a:r>
              <a:rPr lang="en-US" sz="3000" dirty="0">
                <a:solidFill>
                  <a:srgbClr val="FFB7C5"/>
                </a:solidFill>
                <a:latin typeface="Arial" pitchFamily="34" charset="0"/>
                <a:ea typeface="Arial" pitchFamily="34" charset="-122"/>
                <a:cs typeface="Arial" pitchFamily="34" charset="-120"/>
              </a:rPr>
              <a:t>→</a:t>
            </a:r>
            <a:endParaRPr lang="en-US" sz="3000" dirty="0"/>
          </a:p>
        </p:txBody>
      </p:sp>
      <p:sp>
        <p:nvSpPr>
          <p:cNvPr id="10" name="Text 8"/>
          <p:cNvSpPr/>
          <p:nvPr/>
        </p:nvSpPr>
        <p:spPr>
          <a:xfrm>
            <a:off x="5457825" y="4619625"/>
            <a:ext cx="3468053" cy="752475"/>
          </a:xfrm>
          <a:prstGeom prst="rect">
            <a:avLst/>
          </a:prstGeom>
          <a:noFill/>
          <a:ln/>
        </p:spPr>
        <p:txBody>
          <a:bodyPr wrap="square" lIns="25400" tIns="25400" rIns="25400" bIns="25400" rtlCol="0" anchor="t">
            <a:normAutofit/>
          </a:bodyPr>
          <a:lstStyle/>
          <a:p>
            <a:pPr algn="l" indent="0" marL="0">
              <a:buNone/>
            </a:pPr>
            <a:r>
              <a:rPr lang="en-US" sz="4650" dirty="0">
                <a:solidFill>
                  <a:srgbClr val="FFD700"/>
                </a:solidFill>
                <a:latin typeface="Georgia" pitchFamily="34" charset="0"/>
                <a:ea typeface="Georgia" pitchFamily="34" charset="-122"/>
                <a:cs typeface="Georgia" pitchFamily="34" charset="-120"/>
              </a:rPr>
              <a:t>02</a:t>
            </a:r>
            <a:endParaRPr lang="en-US" sz="4650" dirty="0"/>
          </a:p>
        </p:txBody>
      </p:sp>
      <p:sp>
        <p:nvSpPr>
          <p:cNvPr id="11" name="Text 9"/>
          <p:cNvSpPr/>
          <p:nvPr/>
        </p:nvSpPr>
        <p:spPr>
          <a:xfrm>
            <a:off x="5457825" y="5391150"/>
            <a:ext cx="3468053"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FB7C5"/>
                </a:solidFill>
                <a:latin typeface="Georgia" pitchFamily="34" charset="0"/>
                <a:ea typeface="Georgia" pitchFamily="34" charset="-122"/>
                <a:cs typeface="Georgia" pitchFamily="34" charset="-120"/>
              </a:rPr>
              <a:t>基本</a:t>
            </a:r>
            <a:endParaRPr lang="en-US" sz="2550" dirty="0"/>
          </a:p>
        </p:txBody>
      </p:sp>
      <p:sp>
        <p:nvSpPr>
          <p:cNvPr id="12" name="Text 10"/>
          <p:cNvSpPr/>
          <p:nvPr/>
        </p:nvSpPr>
        <p:spPr>
          <a:xfrm>
            <a:off x="5457825" y="5895975"/>
            <a:ext cx="3468053" cy="4286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Building Blocks</a:t>
            </a:r>
            <a:endParaRPr lang="en-US" sz="2550" dirty="0"/>
          </a:p>
        </p:txBody>
      </p:sp>
      <p:sp>
        <p:nvSpPr>
          <p:cNvPr id="13" name="Text 11"/>
          <p:cNvSpPr/>
          <p:nvPr/>
        </p:nvSpPr>
        <p:spPr>
          <a:xfrm>
            <a:off x="5457825" y="6400800"/>
            <a:ext cx="346805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Grammar, vocab, N5 kanji</a:t>
            </a:r>
            <a:endParaRPr lang="en-US" sz="1800" dirty="0"/>
          </a:p>
        </p:txBody>
      </p:sp>
      <p:sp>
        <p:nvSpPr>
          <p:cNvPr id="14" name="Text 12"/>
          <p:cNvSpPr/>
          <p:nvPr/>
        </p:nvSpPr>
        <p:spPr>
          <a:xfrm>
            <a:off x="8953500" y="4619625"/>
            <a:ext cx="457200" cy="2162175"/>
          </a:xfrm>
          <a:prstGeom prst="rect">
            <a:avLst/>
          </a:prstGeom>
          <a:noFill/>
          <a:ln/>
        </p:spPr>
        <p:txBody>
          <a:bodyPr wrap="square" lIns="25400" tIns="25400" rIns="25400" bIns="25400" rtlCol="0" anchor="ctr">
            <a:normAutofit/>
          </a:bodyPr>
          <a:lstStyle/>
          <a:p>
            <a:pPr algn="l" indent="0" marL="0">
              <a:buNone/>
            </a:pPr>
            <a:r>
              <a:rPr lang="en-US" sz="3000" dirty="0">
                <a:solidFill>
                  <a:srgbClr val="FFB7C5"/>
                </a:solidFill>
                <a:latin typeface="Arial" pitchFamily="34" charset="0"/>
                <a:ea typeface="Arial" pitchFamily="34" charset="-122"/>
                <a:cs typeface="Arial" pitchFamily="34" charset="-120"/>
              </a:rPr>
              <a:t>→</a:t>
            </a:r>
            <a:endParaRPr lang="en-US" sz="3000" dirty="0"/>
          </a:p>
        </p:txBody>
      </p:sp>
      <p:sp>
        <p:nvSpPr>
          <p:cNvPr id="15" name="Text 13"/>
          <p:cNvSpPr/>
          <p:nvPr/>
        </p:nvSpPr>
        <p:spPr>
          <a:xfrm>
            <a:off x="9677400" y="4619625"/>
            <a:ext cx="3468053" cy="752475"/>
          </a:xfrm>
          <a:prstGeom prst="rect">
            <a:avLst/>
          </a:prstGeom>
          <a:noFill/>
          <a:ln/>
        </p:spPr>
        <p:txBody>
          <a:bodyPr wrap="square" lIns="25400" tIns="25400" rIns="25400" bIns="25400" rtlCol="0" anchor="t">
            <a:normAutofit/>
          </a:bodyPr>
          <a:lstStyle/>
          <a:p>
            <a:pPr algn="l" indent="0" marL="0">
              <a:buNone/>
            </a:pPr>
            <a:r>
              <a:rPr lang="en-US" sz="4650" dirty="0">
                <a:solidFill>
                  <a:srgbClr val="FFD700"/>
                </a:solidFill>
                <a:latin typeface="Georgia" pitchFamily="34" charset="0"/>
                <a:ea typeface="Georgia" pitchFamily="34" charset="-122"/>
                <a:cs typeface="Georgia" pitchFamily="34" charset="-120"/>
              </a:rPr>
              <a:t>03</a:t>
            </a:r>
            <a:endParaRPr lang="en-US" sz="4650" dirty="0"/>
          </a:p>
        </p:txBody>
      </p:sp>
      <p:sp>
        <p:nvSpPr>
          <p:cNvPr id="16" name="Text 14"/>
          <p:cNvSpPr/>
          <p:nvPr/>
        </p:nvSpPr>
        <p:spPr>
          <a:xfrm>
            <a:off x="9677400" y="5391150"/>
            <a:ext cx="3468053"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FB7C5"/>
                </a:solidFill>
                <a:latin typeface="Georgia" pitchFamily="34" charset="0"/>
                <a:ea typeface="Georgia" pitchFamily="34" charset="-122"/>
                <a:cs typeface="Georgia" pitchFamily="34" charset="-120"/>
              </a:rPr>
              <a:t>実践</a:t>
            </a:r>
            <a:endParaRPr lang="en-US" sz="2550" dirty="0"/>
          </a:p>
        </p:txBody>
      </p:sp>
      <p:sp>
        <p:nvSpPr>
          <p:cNvPr id="17" name="Text 15"/>
          <p:cNvSpPr/>
          <p:nvPr/>
        </p:nvSpPr>
        <p:spPr>
          <a:xfrm>
            <a:off x="9677400" y="5895975"/>
            <a:ext cx="3468053" cy="4286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Real Japanese</a:t>
            </a:r>
            <a:endParaRPr lang="en-US" sz="2550" dirty="0"/>
          </a:p>
        </p:txBody>
      </p:sp>
      <p:sp>
        <p:nvSpPr>
          <p:cNvPr id="18" name="Text 16"/>
          <p:cNvSpPr/>
          <p:nvPr/>
        </p:nvSpPr>
        <p:spPr>
          <a:xfrm>
            <a:off x="9677400" y="6400800"/>
            <a:ext cx="346805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Conversation &amp; particles</a:t>
            </a:r>
            <a:endParaRPr lang="en-US" sz="1800" dirty="0"/>
          </a:p>
        </p:txBody>
      </p:sp>
      <p:sp>
        <p:nvSpPr>
          <p:cNvPr id="19" name="Text 17"/>
          <p:cNvSpPr/>
          <p:nvPr/>
        </p:nvSpPr>
        <p:spPr>
          <a:xfrm>
            <a:off x="13173075" y="4619625"/>
            <a:ext cx="457200" cy="2162175"/>
          </a:xfrm>
          <a:prstGeom prst="rect">
            <a:avLst/>
          </a:prstGeom>
          <a:noFill/>
          <a:ln/>
        </p:spPr>
        <p:txBody>
          <a:bodyPr wrap="square" lIns="25400" tIns="25400" rIns="25400" bIns="25400" rtlCol="0" anchor="ctr">
            <a:normAutofit/>
          </a:bodyPr>
          <a:lstStyle/>
          <a:p>
            <a:pPr algn="l" indent="0" marL="0">
              <a:buNone/>
            </a:pPr>
            <a:r>
              <a:rPr lang="en-US" sz="3000" dirty="0">
                <a:solidFill>
                  <a:srgbClr val="FFB7C5"/>
                </a:solidFill>
                <a:latin typeface="Arial" pitchFamily="34" charset="0"/>
                <a:ea typeface="Arial" pitchFamily="34" charset="-122"/>
                <a:cs typeface="Arial" pitchFamily="34" charset="-120"/>
              </a:rPr>
              <a:t>→</a:t>
            </a:r>
            <a:endParaRPr lang="en-US" sz="3000" dirty="0"/>
          </a:p>
        </p:txBody>
      </p:sp>
      <p:sp>
        <p:nvSpPr>
          <p:cNvPr id="20" name="Text 18"/>
          <p:cNvSpPr/>
          <p:nvPr/>
        </p:nvSpPr>
        <p:spPr>
          <a:xfrm>
            <a:off x="13896975" y="4619625"/>
            <a:ext cx="3468053" cy="752475"/>
          </a:xfrm>
          <a:prstGeom prst="rect">
            <a:avLst/>
          </a:prstGeom>
          <a:noFill/>
          <a:ln/>
        </p:spPr>
        <p:txBody>
          <a:bodyPr wrap="square" lIns="25400" tIns="25400" rIns="25400" bIns="25400" rtlCol="0" anchor="t">
            <a:normAutofit/>
          </a:bodyPr>
          <a:lstStyle/>
          <a:p>
            <a:pPr algn="l" indent="0" marL="0">
              <a:buNone/>
            </a:pPr>
            <a:r>
              <a:rPr lang="en-US" sz="4650" dirty="0">
                <a:solidFill>
                  <a:srgbClr val="FFD700"/>
                </a:solidFill>
                <a:latin typeface="Georgia" pitchFamily="34" charset="0"/>
                <a:ea typeface="Georgia" pitchFamily="34" charset="-122"/>
                <a:cs typeface="Georgia" pitchFamily="34" charset="-120"/>
              </a:rPr>
              <a:t>04</a:t>
            </a:r>
            <a:endParaRPr lang="en-US" sz="4650" dirty="0"/>
          </a:p>
        </p:txBody>
      </p:sp>
      <p:sp>
        <p:nvSpPr>
          <p:cNvPr id="21" name="Text 19"/>
          <p:cNvSpPr/>
          <p:nvPr/>
        </p:nvSpPr>
        <p:spPr>
          <a:xfrm>
            <a:off x="13896975" y="5391150"/>
            <a:ext cx="3468053"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FB7C5"/>
                </a:solidFill>
                <a:latin typeface="Georgia" pitchFamily="34" charset="0"/>
                <a:ea typeface="Georgia" pitchFamily="34" charset="-122"/>
                <a:cs typeface="Georgia" pitchFamily="34" charset="-120"/>
              </a:rPr>
              <a:t>上級</a:t>
            </a:r>
            <a:endParaRPr lang="en-US" sz="2550" dirty="0"/>
          </a:p>
        </p:txBody>
      </p:sp>
      <p:sp>
        <p:nvSpPr>
          <p:cNvPr id="22" name="Text 20"/>
          <p:cNvSpPr/>
          <p:nvPr/>
        </p:nvSpPr>
        <p:spPr>
          <a:xfrm>
            <a:off x="13896975" y="5895975"/>
            <a:ext cx="3468053" cy="4286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Toward Mastery</a:t>
            </a:r>
            <a:endParaRPr lang="en-US" sz="2550" dirty="0"/>
          </a:p>
        </p:txBody>
      </p:sp>
      <p:sp>
        <p:nvSpPr>
          <p:cNvPr id="23" name="Text 21"/>
          <p:cNvSpPr/>
          <p:nvPr/>
        </p:nvSpPr>
        <p:spPr>
          <a:xfrm>
            <a:off x="13896975" y="6400800"/>
            <a:ext cx="346805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Keigo &amp; N4 reading</a:t>
            </a:r>
            <a:endParaRPr lang="en-US" sz="1800" dirty="0"/>
          </a:p>
        </p:txBody>
      </p:sp>
      <p:sp>
        <p:nvSpPr>
          <p:cNvPr id="24" name="Shape 22"/>
          <p:cNvSpPr/>
          <p:nvPr/>
        </p:nvSpPr>
        <p:spPr>
          <a:xfrm>
            <a:off x="1238250" y="7553325"/>
            <a:ext cx="6306145" cy="19050"/>
          </a:xfrm>
          <a:prstGeom prst="rect">
            <a:avLst/>
          </a:prstGeom>
          <a:gradFill rotWithShape="1">
            <a:gsLst>
              <a:gs pos="0">
                <a:srgbClr val="FFB7C5">
                  <a:alpha val="100000"/>
                </a:srgbClr>
              </a:gs>
              <a:gs pos="100000">
                <a:srgbClr val="FFD700">
                  <a:alpha val="100000"/>
                </a:srgbClr>
              </a:gs>
            </a:gsLst>
            <a:lin ang="0" scaled="0"/>
          </a:gradFill>
          <a:ln/>
        </p:spPr>
      </p:sp>
      <p:sp>
        <p:nvSpPr>
          <p:cNvPr id="25" name="Shape 23"/>
          <p:cNvSpPr/>
          <p:nvPr/>
        </p:nvSpPr>
        <p:spPr>
          <a:xfrm>
            <a:off x="7715845" y="7353300"/>
            <a:ext cx="1342430" cy="419100"/>
          </a:xfrm>
          <a:prstGeom prst="roundRect">
            <a:avLst>
              <a:gd name="adj" fmla="val 50000"/>
            </a:avLst>
          </a:prstGeom>
          <a:solidFill>
            <a:srgbClr val="FFB7C5"/>
          </a:solidFill>
          <a:ln/>
        </p:spPr>
      </p:sp>
      <p:sp>
        <p:nvSpPr>
          <p:cNvPr id="26" name="Text 24"/>
          <p:cNvSpPr/>
          <p:nvPr/>
        </p:nvSpPr>
        <p:spPr>
          <a:xfrm>
            <a:off x="7944445" y="7429500"/>
            <a:ext cx="96143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A1A3E"/>
                </a:solidFill>
                <a:latin typeface="Arial" pitchFamily="34" charset="0"/>
                <a:ea typeface="Arial" pitchFamily="34" charset="-122"/>
                <a:cs typeface="Arial" pitchFamily="34" charset="-120"/>
              </a:rPr>
              <a:t>JLPT N5</a:t>
            </a:r>
            <a:endParaRPr lang="en-US" sz="1800" dirty="0"/>
          </a:p>
        </p:txBody>
      </p:sp>
      <p:sp>
        <p:nvSpPr>
          <p:cNvPr id="27" name="Shape 25"/>
          <p:cNvSpPr/>
          <p:nvPr/>
        </p:nvSpPr>
        <p:spPr>
          <a:xfrm>
            <a:off x="9229725" y="7553325"/>
            <a:ext cx="6306145" cy="19050"/>
          </a:xfrm>
          <a:prstGeom prst="rect">
            <a:avLst/>
          </a:prstGeom>
          <a:gradFill rotWithShape="1">
            <a:gsLst>
              <a:gs pos="0">
                <a:srgbClr val="FFD700">
                  <a:alpha val="100000"/>
                </a:srgbClr>
              </a:gs>
              <a:gs pos="100000">
                <a:srgbClr val="FFB7C5">
                  <a:alpha val="100000"/>
                </a:srgbClr>
              </a:gs>
            </a:gsLst>
            <a:lin ang="0" scaled="0"/>
          </a:gradFill>
          <a:ln/>
        </p:spPr>
      </p:sp>
      <p:sp>
        <p:nvSpPr>
          <p:cNvPr id="28" name="Shape 26"/>
          <p:cNvSpPr/>
          <p:nvPr/>
        </p:nvSpPr>
        <p:spPr>
          <a:xfrm>
            <a:off x="15707320" y="7353300"/>
            <a:ext cx="1342430" cy="419100"/>
          </a:xfrm>
          <a:prstGeom prst="roundRect">
            <a:avLst>
              <a:gd name="adj" fmla="val 50000"/>
            </a:avLst>
          </a:prstGeom>
          <a:solidFill>
            <a:srgbClr val="FFD700"/>
          </a:solidFill>
          <a:ln/>
        </p:spPr>
      </p:sp>
      <p:sp>
        <p:nvSpPr>
          <p:cNvPr id="29" name="Text 27"/>
          <p:cNvSpPr/>
          <p:nvPr/>
        </p:nvSpPr>
        <p:spPr>
          <a:xfrm>
            <a:off x="15935920" y="7429500"/>
            <a:ext cx="96143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A1A3E"/>
                </a:solidFill>
                <a:latin typeface="Arial" pitchFamily="34" charset="0"/>
                <a:ea typeface="Arial" pitchFamily="34" charset="-122"/>
                <a:cs typeface="Arial" pitchFamily="34" charset="-120"/>
              </a:rPr>
              <a:t>JLPT N4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457450"/>
            <a:ext cx="17392650" cy="3048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BY THE NUMBERS</a:t>
            </a:r>
            <a:endParaRPr lang="en-US" sz="1800" dirty="0"/>
          </a:p>
        </p:txBody>
      </p:sp>
      <p:sp>
        <p:nvSpPr>
          <p:cNvPr id="3" name="Text 1"/>
          <p:cNvSpPr/>
          <p:nvPr/>
        </p:nvSpPr>
        <p:spPr>
          <a:xfrm>
            <a:off x="1238250" y="2895600"/>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The Course at a Glance</a:t>
            </a:r>
            <a:endParaRPr lang="en-US" sz="5250" dirty="0"/>
          </a:p>
        </p:txBody>
      </p:sp>
      <p:sp>
        <p:nvSpPr>
          <p:cNvPr id="4" name="Shape 2"/>
          <p:cNvSpPr/>
          <p:nvPr/>
        </p:nvSpPr>
        <p:spPr>
          <a:xfrm>
            <a:off x="1238250" y="3857625"/>
            <a:ext cx="800100" cy="38100"/>
          </a:xfrm>
          <a:prstGeom prst="rect">
            <a:avLst/>
          </a:prstGeom>
          <a:solidFill>
            <a:srgbClr val="FFD700"/>
          </a:solidFill>
          <a:ln/>
        </p:spPr>
      </p:sp>
      <p:sp>
        <p:nvSpPr>
          <p:cNvPr id="5" name="Shape 3"/>
          <p:cNvSpPr/>
          <p:nvPr/>
        </p:nvSpPr>
        <p:spPr>
          <a:xfrm>
            <a:off x="1238250" y="4600575"/>
            <a:ext cx="3738563" cy="2428875"/>
          </a:xfrm>
          <a:prstGeom prst="roundRect">
            <a:avLst>
              <a:gd name="adj" fmla="val 2353"/>
            </a:avLst>
          </a:prstGeom>
          <a:solidFill>
            <a:srgbClr val="232350"/>
          </a:solidFill>
          <a:ln w="9525">
            <a:solidFill>
              <a:srgbClr val="34346A"/>
            </a:solidFill>
            <a:prstDash val="solid"/>
          </a:ln>
        </p:spPr>
      </p:sp>
      <p:sp>
        <p:nvSpPr>
          <p:cNvPr id="6" name="Text 4"/>
          <p:cNvSpPr/>
          <p:nvPr/>
        </p:nvSpPr>
        <p:spPr>
          <a:xfrm>
            <a:off x="1590675" y="5048250"/>
            <a:ext cx="3337084"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D700"/>
                </a:solidFill>
                <a:latin typeface="Georgia" pitchFamily="34" charset="0"/>
                <a:ea typeface="Georgia" pitchFamily="34" charset="-122"/>
                <a:cs typeface="Georgia" pitchFamily="34" charset="-120"/>
              </a:rPr>
              <a:t>12</a:t>
            </a:r>
            <a:endParaRPr lang="en-US" sz="8250" dirty="0"/>
          </a:p>
        </p:txBody>
      </p:sp>
      <p:sp>
        <p:nvSpPr>
          <p:cNvPr id="7" name="Text 5"/>
          <p:cNvSpPr/>
          <p:nvPr/>
        </p:nvSpPr>
        <p:spPr>
          <a:xfrm>
            <a:off x="1590675" y="6229350"/>
            <a:ext cx="3337084" cy="390525"/>
          </a:xfrm>
          <a:prstGeom prst="rect">
            <a:avLst/>
          </a:prstGeom>
          <a:noFill/>
          <a:ln/>
        </p:spPr>
        <p:txBody>
          <a:bodyPr wrap="square" lIns="25400" tIns="25400" rIns="25400" bIns="25400" rtlCol="0" anchor="t">
            <a:normAutofit/>
          </a:bodyPr>
          <a:lstStyle/>
          <a:p>
            <a:pPr algn="l" indent="0" marL="0">
              <a:buNone/>
            </a:pPr>
            <a:r>
              <a:rPr lang="en-US" sz="1950" dirty="0">
                <a:solidFill>
                  <a:srgbClr val="EDE8E0"/>
                </a:solidFill>
                <a:latin typeface="Arial" pitchFamily="34" charset="0"/>
                <a:ea typeface="Arial" pitchFamily="34" charset="-122"/>
                <a:cs typeface="Arial" pitchFamily="34" charset="-120"/>
              </a:rPr>
              <a:t>Sections</a:t>
            </a:r>
            <a:endParaRPr lang="en-US" sz="1950" dirty="0"/>
          </a:p>
        </p:txBody>
      </p:sp>
      <p:sp>
        <p:nvSpPr>
          <p:cNvPr id="8" name="Shape 6"/>
          <p:cNvSpPr/>
          <p:nvPr/>
        </p:nvSpPr>
        <p:spPr>
          <a:xfrm>
            <a:off x="5262563" y="4600575"/>
            <a:ext cx="3738563" cy="2428875"/>
          </a:xfrm>
          <a:prstGeom prst="roundRect">
            <a:avLst>
              <a:gd name="adj" fmla="val 2353"/>
            </a:avLst>
          </a:prstGeom>
          <a:solidFill>
            <a:srgbClr val="232350"/>
          </a:solidFill>
          <a:ln w="9525">
            <a:solidFill>
              <a:srgbClr val="34346A"/>
            </a:solidFill>
            <a:prstDash val="solid"/>
          </a:ln>
        </p:spPr>
      </p:sp>
      <p:sp>
        <p:nvSpPr>
          <p:cNvPr id="9" name="Text 7"/>
          <p:cNvSpPr/>
          <p:nvPr/>
        </p:nvSpPr>
        <p:spPr>
          <a:xfrm>
            <a:off x="5614988" y="5048250"/>
            <a:ext cx="3337084"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D700"/>
                </a:solidFill>
                <a:latin typeface="Georgia" pitchFamily="34" charset="0"/>
                <a:ea typeface="Georgia" pitchFamily="34" charset="-122"/>
                <a:cs typeface="Georgia" pitchFamily="34" charset="-120"/>
              </a:rPr>
              <a:t>57</a:t>
            </a:r>
            <a:endParaRPr lang="en-US" sz="8250" dirty="0"/>
          </a:p>
        </p:txBody>
      </p:sp>
      <p:sp>
        <p:nvSpPr>
          <p:cNvPr id="10" name="Text 8"/>
          <p:cNvSpPr/>
          <p:nvPr/>
        </p:nvSpPr>
        <p:spPr>
          <a:xfrm>
            <a:off x="5614988" y="6229350"/>
            <a:ext cx="3337084" cy="390525"/>
          </a:xfrm>
          <a:prstGeom prst="rect">
            <a:avLst/>
          </a:prstGeom>
          <a:noFill/>
          <a:ln/>
        </p:spPr>
        <p:txBody>
          <a:bodyPr wrap="square" lIns="25400" tIns="25400" rIns="25400" bIns="25400" rtlCol="0" anchor="t">
            <a:normAutofit/>
          </a:bodyPr>
          <a:lstStyle/>
          <a:p>
            <a:pPr algn="l" indent="0" marL="0">
              <a:buNone/>
            </a:pPr>
            <a:r>
              <a:rPr lang="en-US" sz="1950" dirty="0">
                <a:solidFill>
                  <a:srgbClr val="EDE8E0"/>
                </a:solidFill>
                <a:latin typeface="Arial" pitchFamily="34" charset="0"/>
                <a:ea typeface="Arial" pitchFamily="34" charset="-122"/>
                <a:cs typeface="Arial" pitchFamily="34" charset="-120"/>
              </a:rPr>
              <a:t>Lectures</a:t>
            </a:r>
            <a:endParaRPr lang="en-US" sz="1950" dirty="0"/>
          </a:p>
        </p:txBody>
      </p:sp>
      <p:sp>
        <p:nvSpPr>
          <p:cNvPr id="11" name="Shape 9"/>
          <p:cNvSpPr/>
          <p:nvPr/>
        </p:nvSpPr>
        <p:spPr>
          <a:xfrm>
            <a:off x="9286875" y="4600575"/>
            <a:ext cx="3738563" cy="2428875"/>
          </a:xfrm>
          <a:prstGeom prst="roundRect">
            <a:avLst>
              <a:gd name="adj" fmla="val 2353"/>
            </a:avLst>
          </a:prstGeom>
          <a:solidFill>
            <a:srgbClr val="232350"/>
          </a:solidFill>
          <a:ln w="9525">
            <a:solidFill>
              <a:srgbClr val="34346A"/>
            </a:solidFill>
            <a:prstDash val="solid"/>
          </a:ln>
        </p:spPr>
      </p:sp>
      <p:sp>
        <p:nvSpPr>
          <p:cNvPr id="12" name="Text 10"/>
          <p:cNvSpPr/>
          <p:nvPr/>
        </p:nvSpPr>
        <p:spPr>
          <a:xfrm>
            <a:off x="9639300" y="5048250"/>
            <a:ext cx="3337084"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D700"/>
                </a:solidFill>
                <a:latin typeface="Georgia" pitchFamily="34" charset="0"/>
                <a:ea typeface="Georgia" pitchFamily="34" charset="-122"/>
                <a:cs typeface="Georgia" pitchFamily="34" charset="-120"/>
              </a:rPr>
              <a:t>4</a:t>
            </a:r>
            <a:endParaRPr lang="en-US" sz="8250" dirty="0"/>
          </a:p>
        </p:txBody>
      </p:sp>
      <p:sp>
        <p:nvSpPr>
          <p:cNvPr id="13" name="Text 11"/>
          <p:cNvSpPr/>
          <p:nvPr/>
        </p:nvSpPr>
        <p:spPr>
          <a:xfrm>
            <a:off x="9639300" y="6229350"/>
            <a:ext cx="3337084" cy="390525"/>
          </a:xfrm>
          <a:prstGeom prst="rect">
            <a:avLst/>
          </a:prstGeom>
          <a:noFill/>
          <a:ln/>
        </p:spPr>
        <p:txBody>
          <a:bodyPr wrap="square" lIns="25400" tIns="25400" rIns="25400" bIns="25400" rtlCol="0" anchor="t">
            <a:normAutofit/>
          </a:bodyPr>
          <a:lstStyle/>
          <a:p>
            <a:pPr algn="l" indent="0" marL="0">
              <a:buNone/>
            </a:pPr>
            <a:r>
              <a:rPr lang="en-US" sz="1950" dirty="0">
                <a:solidFill>
                  <a:srgbClr val="EDE8E0"/>
                </a:solidFill>
                <a:latin typeface="Arial" pitchFamily="34" charset="0"/>
                <a:ea typeface="Arial" pitchFamily="34" charset="-122"/>
                <a:cs typeface="Arial" pitchFamily="34" charset="-120"/>
              </a:rPr>
              <a:t>Learning Stages</a:t>
            </a:r>
            <a:endParaRPr lang="en-US" sz="1950" dirty="0"/>
          </a:p>
        </p:txBody>
      </p:sp>
      <p:sp>
        <p:nvSpPr>
          <p:cNvPr id="14" name="Shape 12"/>
          <p:cNvSpPr/>
          <p:nvPr/>
        </p:nvSpPr>
        <p:spPr>
          <a:xfrm>
            <a:off x="13311188" y="4600575"/>
            <a:ext cx="3738563" cy="2428875"/>
          </a:xfrm>
          <a:prstGeom prst="roundRect">
            <a:avLst>
              <a:gd name="adj" fmla="val 2353"/>
            </a:avLst>
          </a:prstGeom>
          <a:solidFill>
            <a:srgbClr val="232350"/>
          </a:solidFill>
          <a:ln w="9525">
            <a:solidFill>
              <a:srgbClr val="FFD700"/>
            </a:solidFill>
            <a:prstDash val="solid"/>
          </a:ln>
        </p:spPr>
      </p:sp>
      <p:sp>
        <p:nvSpPr>
          <p:cNvPr id="15" name="Text 13"/>
          <p:cNvSpPr/>
          <p:nvPr/>
        </p:nvSpPr>
        <p:spPr>
          <a:xfrm>
            <a:off x="13663613" y="5048250"/>
            <a:ext cx="3337084"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B7C5"/>
                </a:solidFill>
                <a:latin typeface="Georgia" pitchFamily="34" charset="0"/>
                <a:ea typeface="Georgia" pitchFamily="34" charset="-122"/>
                <a:cs typeface="Georgia" pitchFamily="34" charset="-120"/>
              </a:rPr>
              <a:t>N4</a:t>
            </a:r>
            <a:endParaRPr lang="en-US" sz="8250" dirty="0"/>
          </a:p>
        </p:txBody>
      </p:sp>
      <p:sp>
        <p:nvSpPr>
          <p:cNvPr id="16" name="Text 14"/>
          <p:cNvSpPr/>
          <p:nvPr/>
        </p:nvSpPr>
        <p:spPr>
          <a:xfrm>
            <a:off x="13663613" y="6229350"/>
            <a:ext cx="3337084" cy="390525"/>
          </a:xfrm>
          <a:prstGeom prst="rect">
            <a:avLst/>
          </a:prstGeom>
          <a:noFill/>
          <a:ln/>
        </p:spPr>
        <p:txBody>
          <a:bodyPr wrap="square" lIns="25400" tIns="25400" rIns="25400" bIns="25400" rtlCol="0" anchor="t">
            <a:normAutofit/>
          </a:bodyPr>
          <a:lstStyle/>
          <a:p>
            <a:pPr algn="l" indent="0" marL="0">
              <a:buNone/>
            </a:pPr>
            <a:r>
              <a:rPr lang="en-US" sz="1950" dirty="0">
                <a:solidFill>
                  <a:srgbClr val="EDE8E0"/>
                </a:solidFill>
                <a:latin typeface="Arial" pitchFamily="34" charset="0"/>
                <a:ea typeface="Arial" pitchFamily="34" charset="-122"/>
                <a:cs typeface="Arial" pitchFamily="34" charset="-120"/>
              </a:rPr>
              <a:t>JLPT Target</a:t>
            </a:r>
            <a:endParaRPr lang="en-US" sz="1950" dirty="0"/>
          </a:p>
        </p:txBody>
      </p:sp>
      <p:sp>
        <p:nvSpPr>
          <p:cNvPr id="17" name="Text 15"/>
          <p:cNvSpPr/>
          <p:nvPr/>
        </p:nvSpPr>
        <p:spPr>
          <a:xfrm>
            <a:off x="1238250" y="7467600"/>
            <a:ext cx="17392650" cy="400050"/>
          </a:xfrm>
          <a:prstGeom prst="rect">
            <a:avLst/>
          </a:prstGeom>
          <a:noFill/>
          <a:ln/>
        </p:spPr>
        <p:txBody>
          <a:bodyPr wrap="square" lIns="25400" tIns="25400" rIns="25400" bIns="25400" rtlCol="0" anchor="t">
            <a:normAutofit/>
          </a:bodyPr>
          <a:lstStyle/>
          <a:p>
            <a:pPr algn="l" indent="0" marL="0">
              <a:buNone/>
            </a:pPr>
            <a:r>
              <a:rPr lang="en-US" sz="2550" i="1" dirty="0">
                <a:solidFill>
                  <a:srgbClr val="CFC8E0"/>
                </a:solidFill>
                <a:latin typeface="Georgia" pitchFamily="34" charset="0"/>
                <a:ea typeface="Georgia" pitchFamily="34" charset="-122"/>
                <a:cs typeface="Georgia" pitchFamily="34" charset="-120"/>
              </a:rPr>
              <a:t>Lifetime access · downloadable charts · learn at your own pace.</a:t>
            </a:r>
            <a:endParaRPr lang="en-US" sz="2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205038"/>
            <a:ext cx="17392650" cy="3048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YOUR TOOLKIT</a:t>
            </a:r>
            <a:endParaRPr lang="en-US" sz="1800" dirty="0"/>
          </a:p>
        </p:txBody>
      </p:sp>
      <p:sp>
        <p:nvSpPr>
          <p:cNvPr id="3" name="Text 1"/>
          <p:cNvSpPr/>
          <p:nvPr/>
        </p:nvSpPr>
        <p:spPr>
          <a:xfrm>
            <a:off x="1238250" y="2643188"/>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How You'll Learn</a:t>
            </a:r>
            <a:endParaRPr lang="en-US" sz="5250" dirty="0"/>
          </a:p>
        </p:txBody>
      </p:sp>
      <p:sp>
        <p:nvSpPr>
          <p:cNvPr id="4" name="Shape 2"/>
          <p:cNvSpPr/>
          <p:nvPr/>
        </p:nvSpPr>
        <p:spPr>
          <a:xfrm>
            <a:off x="1238250" y="3605213"/>
            <a:ext cx="800100" cy="38100"/>
          </a:xfrm>
          <a:prstGeom prst="rect">
            <a:avLst/>
          </a:prstGeom>
          <a:solidFill>
            <a:srgbClr val="FFD700"/>
          </a:solidFill>
          <a:ln/>
        </p:spPr>
      </p:sp>
      <p:sp>
        <p:nvSpPr>
          <p:cNvPr id="5" name="Shape 3"/>
          <p:cNvSpPr/>
          <p:nvPr/>
        </p:nvSpPr>
        <p:spPr>
          <a:xfrm>
            <a:off x="1238250" y="4214813"/>
            <a:ext cx="7762875" cy="1962150"/>
          </a:xfrm>
          <a:prstGeom prst="roundRect">
            <a:avLst>
              <a:gd name="adj" fmla="val 2913"/>
            </a:avLst>
          </a:prstGeom>
          <a:solidFill>
            <a:srgbClr val="232350"/>
          </a:solidFill>
          <a:ln w="9525">
            <a:solidFill>
              <a:srgbClr val="34346A"/>
            </a:solidFill>
            <a:prstDash val="solid"/>
          </a:ln>
        </p:spPr>
      </p:sp>
      <p:sp>
        <p:nvSpPr>
          <p:cNvPr id="6" name="Text 4"/>
          <p:cNvSpPr/>
          <p:nvPr/>
        </p:nvSpPr>
        <p:spPr>
          <a:xfrm>
            <a:off x="1628775" y="4586288"/>
            <a:ext cx="1161752" cy="1181100"/>
          </a:xfrm>
          <a:prstGeom prst="rect">
            <a:avLst/>
          </a:prstGeom>
          <a:noFill/>
          <a:ln/>
        </p:spPr>
        <p:txBody>
          <a:bodyPr wrap="square" lIns="25400" tIns="25400" rIns="25400" bIns="25400" rtlCol="0" anchor="t">
            <a:normAutofit/>
          </a:bodyPr>
          <a:lstStyle/>
          <a:p>
            <a:pPr algn="l" indent="0" marL="0">
              <a:lnSpc>
                <a:spcPct val="100000"/>
              </a:lnSpc>
              <a:buNone/>
            </a:pPr>
            <a:r>
              <a:rPr lang="en-US" sz="4500" dirty="0">
                <a:solidFill>
                  <a:srgbClr val="FFB7C5"/>
                </a:solidFill>
                <a:latin typeface="Georgia" pitchFamily="34" charset="0"/>
                <a:ea typeface="Georgia" pitchFamily="34" charset="-122"/>
                <a:cs typeface="Georgia" pitchFamily="34" charset="-120"/>
              </a:rPr>
              <a:t>動画</a:t>
            </a:r>
            <a:endParaRPr lang="en-US" sz="4500" dirty="0"/>
          </a:p>
        </p:txBody>
      </p:sp>
      <p:sp>
        <p:nvSpPr>
          <p:cNvPr id="7" name="Text 5"/>
          <p:cNvSpPr/>
          <p:nvPr/>
        </p:nvSpPr>
        <p:spPr>
          <a:xfrm>
            <a:off x="2961977" y="4586288"/>
            <a:ext cx="6213485" cy="495300"/>
          </a:xfrm>
          <a:prstGeom prst="rect">
            <a:avLst/>
          </a:prstGeom>
          <a:noFill/>
          <a:ln/>
        </p:spPr>
        <p:txBody>
          <a:bodyPr wrap="square" lIns="25400" tIns="25400" rIns="25400" bIns="25400" rtlCol="0" anchor="t">
            <a:normAutofit/>
          </a:bodyPr>
          <a:lstStyle/>
          <a:p>
            <a:pPr algn="l" indent="0" marL="0">
              <a:buNone/>
            </a:pPr>
            <a:r>
              <a:rPr lang="en-US" sz="3000" dirty="0">
                <a:solidFill>
                  <a:srgbClr val="F5F0EA"/>
                </a:solidFill>
                <a:latin typeface="Georgia" pitchFamily="34" charset="0"/>
                <a:ea typeface="Georgia" pitchFamily="34" charset="-122"/>
                <a:cs typeface="Georgia" pitchFamily="34" charset="-120"/>
              </a:rPr>
              <a:t>Video Lessons</a:t>
            </a:r>
            <a:endParaRPr lang="en-US" sz="3000" dirty="0"/>
          </a:p>
        </p:txBody>
      </p:sp>
      <p:sp>
        <p:nvSpPr>
          <p:cNvPr id="8" name="Text 6"/>
          <p:cNvSpPr/>
          <p:nvPr/>
        </p:nvSpPr>
        <p:spPr>
          <a:xfrm>
            <a:off x="2961977" y="5119688"/>
            <a:ext cx="5818081"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Short, focused lessons you can watch and rewatch anytime.</a:t>
            </a:r>
            <a:endParaRPr lang="en-US" sz="1800" dirty="0"/>
          </a:p>
        </p:txBody>
      </p:sp>
      <p:sp>
        <p:nvSpPr>
          <p:cNvPr id="9" name="Shape 7"/>
          <p:cNvSpPr/>
          <p:nvPr/>
        </p:nvSpPr>
        <p:spPr>
          <a:xfrm>
            <a:off x="9286875" y="4214813"/>
            <a:ext cx="7762875" cy="1962150"/>
          </a:xfrm>
          <a:prstGeom prst="roundRect">
            <a:avLst>
              <a:gd name="adj" fmla="val 2913"/>
            </a:avLst>
          </a:prstGeom>
          <a:solidFill>
            <a:srgbClr val="232350"/>
          </a:solidFill>
          <a:ln w="9525">
            <a:solidFill>
              <a:srgbClr val="34346A"/>
            </a:solidFill>
            <a:prstDash val="solid"/>
          </a:ln>
        </p:spPr>
      </p:sp>
      <p:sp>
        <p:nvSpPr>
          <p:cNvPr id="10" name="Text 8"/>
          <p:cNvSpPr/>
          <p:nvPr/>
        </p:nvSpPr>
        <p:spPr>
          <a:xfrm>
            <a:off x="9677400" y="4586288"/>
            <a:ext cx="121920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dirty="0">
                <a:solidFill>
                  <a:srgbClr val="FFD700"/>
                </a:solidFill>
                <a:latin typeface="Georgia" pitchFamily="34" charset="0"/>
                <a:ea typeface="Georgia" pitchFamily="34" charset="-122"/>
                <a:cs typeface="Georgia" pitchFamily="34" charset="-120"/>
              </a:rPr>
              <a:t>問題</a:t>
            </a:r>
            <a:endParaRPr lang="en-US" sz="4500" dirty="0"/>
          </a:p>
        </p:txBody>
      </p:sp>
      <p:sp>
        <p:nvSpPr>
          <p:cNvPr id="11" name="Text 9"/>
          <p:cNvSpPr/>
          <p:nvPr/>
        </p:nvSpPr>
        <p:spPr>
          <a:xfrm>
            <a:off x="11068050" y="4586288"/>
            <a:ext cx="5770156" cy="495300"/>
          </a:xfrm>
          <a:prstGeom prst="rect">
            <a:avLst/>
          </a:prstGeom>
          <a:noFill/>
          <a:ln/>
        </p:spPr>
        <p:txBody>
          <a:bodyPr wrap="square" lIns="25400" tIns="25400" rIns="25400" bIns="25400" rtlCol="0" anchor="t">
            <a:normAutofit/>
          </a:bodyPr>
          <a:lstStyle/>
          <a:p>
            <a:pPr algn="l" indent="0" marL="0">
              <a:buNone/>
            </a:pPr>
            <a:r>
              <a:rPr lang="en-US" sz="3000" dirty="0">
                <a:solidFill>
                  <a:srgbClr val="F5F0EA"/>
                </a:solidFill>
                <a:latin typeface="Georgia" pitchFamily="34" charset="0"/>
                <a:ea typeface="Georgia" pitchFamily="34" charset="-122"/>
                <a:cs typeface="Georgia" pitchFamily="34" charset="-120"/>
              </a:rPr>
              <a:t>Quizzes &amp; Drills</a:t>
            </a:r>
            <a:endParaRPr lang="en-US" sz="3000" dirty="0"/>
          </a:p>
        </p:txBody>
      </p:sp>
      <p:sp>
        <p:nvSpPr>
          <p:cNvPr id="12" name="Text 10"/>
          <p:cNvSpPr/>
          <p:nvPr/>
        </p:nvSpPr>
        <p:spPr>
          <a:xfrm>
            <a:off x="11068050" y="5119688"/>
            <a:ext cx="577015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Practice after every lesson to make it stick for good.</a:t>
            </a:r>
            <a:endParaRPr lang="en-US" sz="1800" dirty="0"/>
          </a:p>
        </p:txBody>
      </p:sp>
      <p:sp>
        <p:nvSpPr>
          <p:cNvPr id="13" name="Shape 11"/>
          <p:cNvSpPr/>
          <p:nvPr/>
        </p:nvSpPr>
        <p:spPr>
          <a:xfrm>
            <a:off x="1238250" y="6462713"/>
            <a:ext cx="7762875" cy="1619250"/>
          </a:xfrm>
          <a:prstGeom prst="roundRect">
            <a:avLst>
              <a:gd name="adj" fmla="val 3529"/>
            </a:avLst>
          </a:prstGeom>
          <a:solidFill>
            <a:srgbClr val="232350"/>
          </a:solidFill>
          <a:ln w="9525">
            <a:solidFill>
              <a:srgbClr val="34346A"/>
            </a:solidFill>
            <a:prstDash val="solid"/>
          </a:ln>
        </p:spPr>
      </p:sp>
      <p:sp>
        <p:nvSpPr>
          <p:cNvPr id="14" name="Text 12"/>
          <p:cNvSpPr/>
          <p:nvPr/>
        </p:nvSpPr>
        <p:spPr>
          <a:xfrm>
            <a:off x="1628775" y="6834188"/>
            <a:ext cx="121920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dirty="0">
                <a:solidFill>
                  <a:srgbClr val="FFB7C5"/>
                </a:solidFill>
                <a:latin typeface="Georgia" pitchFamily="34" charset="0"/>
                <a:ea typeface="Georgia" pitchFamily="34" charset="-122"/>
                <a:cs typeface="Georgia" pitchFamily="34" charset="-120"/>
              </a:rPr>
              <a:t>教材</a:t>
            </a:r>
            <a:endParaRPr lang="en-US" sz="4500" dirty="0"/>
          </a:p>
        </p:txBody>
      </p:sp>
      <p:sp>
        <p:nvSpPr>
          <p:cNvPr id="15" name="Text 13"/>
          <p:cNvSpPr/>
          <p:nvPr/>
        </p:nvSpPr>
        <p:spPr>
          <a:xfrm>
            <a:off x="3019425" y="6834188"/>
            <a:ext cx="5560933" cy="495300"/>
          </a:xfrm>
          <a:prstGeom prst="rect">
            <a:avLst/>
          </a:prstGeom>
          <a:noFill/>
          <a:ln/>
        </p:spPr>
        <p:txBody>
          <a:bodyPr wrap="square" lIns="25400" tIns="25400" rIns="25400" bIns="25400" rtlCol="0" anchor="t">
            <a:normAutofit/>
          </a:bodyPr>
          <a:lstStyle/>
          <a:p>
            <a:pPr algn="l" indent="0" marL="0">
              <a:buNone/>
            </a:pPr>
            <a:r>
              <a:rPr lang="en-US" sz="3000" dirty="0">
                <a:solidFill>
                  <a:srgbClr val="F5F0EA"/>
                </a:solidFill>
                <a:latin typeface="Georgia" pitchFamily="34" charset="0"/>
                <a:ea typeface="Georgia" pitchFamily="34" charset="-122"/>
                <a:cs typeface="Georgia" pitchFamily="34" charset="-120"/>
              </a:rPr>
              <a:t>Downloadable Charts</a:t>
            </a:r>
            <a:endParaRPr lang="en-US" sz="3000" dirty="0"/>
          </a:p>
        </p:txBody>
      </p:sp>
      <p:sp>
        <p:nvSpPr>
          <p:cNvPr id="16" name="Text 14"/>
          <p:cNvSpPr/>
          <p:nvPr/>
        </p:nvSpPr>
        <p:spPr>
          <a:xfrm>
            <a:off x="3019425" y="7367587"/>
            <a:ext cx="556093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Printable kana charts, vocab lists, and worksheets.</a:t>
            </a:r>
            <a:endParaRPr lang="en-US" sz="1800" dirty="0"/>
          </a:p>
        </p:txBody>
      </p:sp>
      <p:sp>
        <p:nvSpPr>
          <p:cNvPr id="17" name="Shape 15"/>
          <p:cNvSpPr/>
          <p:nvPr/>
        </p:nvSpPr>
        <p:spPr>
          <a:xfrm>
            <a:off x="9286875" y="6462713"/>
            <a:ext cx="7762875" cy="1619250"/>
          </a:xfrm>
          <a:prstGeom prst="roundRect">
            <a:avLst>
              <a:gd name="adj" fmla="val 3529"/>
            </a:avLst>
          </a:prstGeom>
          <a:solidFill>
            <a:srgbClr val="232350"/>
          </a:solidFill>
          <a:ln w="9525">
            <a:solidFill>
              <a:srgbClr val="34346A"/>
            </a:solidFill>
            <a:prstDash val="solid"/>
          </a:ln>
        </p:spPr>
      </p:sp>
      <p:sp>
        <p:nvSpPr>
          <p:cNvPr id="18" name="Text 16"/>
          <p:cNvSpPr/>
          <p:nvPr/>
        </p:nvSpPr>
        <p:spPr>
          <a:xfrm>
            <a:off x="9677400" y="6834188"/>
            <a:ext cx="121920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dirty="0">
                <a:solidFill>
                  <a:srgbClr val="FFD700"/>
                </a:solidFill>
                <a:latin typeface="Georgia" pitchFamily="34" charset="0"/>
                <a:ea typeface="Georgia" pitchFamily="34" charset="-122"/>
                <a:cs typeface="Georgia" pitchFamily="34" charset="-120"/>
              </a:rPr>
              <a:t>質問</a:t>
            </a:r>
            <a:endParaRPr lang="en-US" sz="4500" dirty="0"/>
          </a:p>
        </p:txBody>
      </p:sp>
      <p:sp>
        <p:nvSpPr>
          <p:cNvPr id="19" name="Text 17"/>
          <p:cNvSpPr/>
          <p:nvPr/>
        </p:nvSpPr>
        <p:spPr>
          <a:xfrm>
            <a:off x="11068050" y="6834188"/>
            <a:ext cx="5526718" cy="495300"/>
          </a:xfrm>
          <a:prstGeom prst="rect">
            <a:avLst/>
          </a:prstGeom>
          <a:noFill/>
          <a:ln/>
        </p:spPr>
        <p:txBody>
          <a:bodyPr wrap="square" lIns="25400" tIns="25400" rIns="25400" bIns="25400" rtlCol="0" anchor="t">
            <a:normAutofit/>
          </a:bodyPr>
          <a:lstStyle/>
          <a:p>
            <a:pPr algn="l" indent="0" marL="0">
              <a:buNone/>
            </a:pPr>
            <a:r>
              <a:rPr lang="en-US" sz="3000" dirty="0">
                <a:solidFill>
                  <a:srgbClr val="F5F0EA"/>
                </a:solidFill>
                <a:latin typeface="Georgia" pitchFamily="34" charset="0"/>
                <a:ea typeface="Georgia" pitchFamily="34" charset="-122"/>
                <a:cs typeface="Georgia" pitchFamily="34" charset="-120"/>
              </a:rPr>
              <a:t>Community Q&amp;A</a:t>
            </a:r>
            <a:endParaRPr lang="en-US" sz="3000" dirty="0"/>
          </a:p>
        </p:txBody>
      </p:sp>
      <p:sp>
        <p:nvSpPr>
          <p:cNvPr id="20" name="Text 18"/>
          <p:cNvSpPr/>
          <p:nvPr/>
        </p:nvSpPr>
        <p:spPr>
          <a:xfrm>
            <a:off x="11068050" y="7367587"/>
            <a:ext cx="552671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Ask questions and get help whenever you're stuck.</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62F"/>
        </a:solidFill>
      </p:bgPr>
    </p:bg>
    <p:spTree>
      <p:nvGrpSpPr>
        <p:cNvPr id="1" name=""/>
        <p:cNvGrpSpPr/>
        <p:nvPr/>
      </p:nvGrpSpPr>
      <p:grpSpPr>
        <a:xfrm>
          <a:off x="0" y="0"/>
          <a:ext cx="0" cy="0"/>
          <a:chOff x="0" y="0"/>
          <a:chExt cx="0" cy="0"/>
        </a:xfrm>
      </p:grpSpPr>
      <p:sp>
        <p:nvSpPr>
          <p:cNvPr id="2" name="Text 0"/>
          <p:cNvSpPr/>
          <p:nvPr/>
        </p:nvSpPr>
        <p:spPr>
          <a:xfrm>
            <a:off x="12858750" y="2286000"/>
            <a:ext cx="6286500" cy="5753100"/>
          </a:xfrm>
          <a:prstGeom prst="rect">
            <a:avLst/>
          </a:prstGeom>
          <a:noFill/>
          <a:ln/>
        </p:spPr>
        <p:txBody>
          <a:bodyPr wrap="square" lIns="25400" tIns="25400" rIns="25400" bIns="25400" rtlCol="0" anchor="t">
            <a:normAutofit/>
          </a:bodyPr>
          <a:lstStyle/>
          <a:p>
            <a:pPr algn="l" indent="0" marL="0">
              <a:lnSpc>
                <a:spcPct val="112500"/>
              </a:lnSpc>
              <a:buNone/>
            </a:pPr>
            <a:r>
              <a:rPr lang="en-US" sz="40000" b="1" dirty="0">
                <a:solidFill>
                  <a:srgbClr val="FFD700">
                    <a:alpha val="5000"/>
                  </a:srgbClr>
                </a:solidFill>
                <a:latin typeface="Georgia" pitchFamily="34" charset="0"/>
                <a:ea typeface="Georgia" pitchFamily="34" charset="-122"/>
                <a:cs typeface="Georgia" pitchFamily="34" charset="-120"/>
              </a:rPr>
              <a:t>基</a:t>
            </a:r>
            <a:endParaRPr lang="en-US" sz="40000" dirty="0"/>
          </a:p>
        </p:txBody>
      </p:sp>
      <p:sp>
        <p:nvSpPr>
          <p:cNvPr id="3" name="Shape 1"/>
          <p:cNvSpPr/>
          <p:nvPr/>
        </p:nvSpPr>
        <p:spPr>
          <a:xfrm>
            <a:off x="0" y="8858250"/>
            <a:ext cx="18288000" cy="1428750"/>
          </a:xfrm>
          <a:prstGeom prst="rect">
            <a:avLst/>
          </a:prstGeom>
          <a:gradFill rotWithShape="1">
            <a:gsLst>
              <a:gs pos="24000">
                <a:srgbClr val="121228">
                  <a:alpha val="100000"/>
                </a:srgbClr>
              </a:gs>
              <a:gs pos="25000">
                <a:srgbClr val="2E263B">
                  <a:alpha val="100000"/>
                </a:srgbClr>
              </a:gs>
              <a:gs pos="28000">
                <a:srgbClr val="2E263B">
                  <a:alpha val="100000"/>
                </a:srgbClr>
              </a:gs>
              <a:gs pos="29000">
                <a:srgbClr val="121228">
                  <a:alpha val="100000"/>
                </a:srgbClr>
              </a:gs>
              <a:gs pos="36000">
                <a:srgbClr val="121228">
                  <a:alpha val="100000"/>
                </a:srgbClr>
              </a:gs>
              <a:gs pos="37000">
                <a:srgbClr val="2E263B">
                  <a:alpha val="100000"/>
                </a:srgbClr>
              </a:gs>
              <a:gs pos="40000">
                <a:srgbClr val="2E263B">
                  <a:alpha val="100000"/>
                </a:srgbClr>
              </a:gs>
              <a:gs pos="41000">
                <a:srgbClr val="121228">
                  <a:alpha val="100000"/>
                </a:srgbClr>
              </a:gs>
            </a:gsLst>
            <a:path path="circle">
              <a:fillToRect l="100000" t="100000" r="0" b="0"/>
            </a:path>
          </a:gradFill>
          <a:ln/>
        </p:spPr>
      </p:sp>
      <p:sp>
        <p:nvSpPr>
          <p:cNvPr id="4" name="Text 2"/>
          <p:cNvSpPr/>
          <p:nvPr/>
        </p:nvSpPr>
        <p:spPr>
          <a:xfrm>
            <a:off x="1238250" y="3857625"/>
            <a:ext cx="3279949" cy="2609850"/>
          </a:xfrm>
          <a:prstGeom prst="rect">
            <a:avLst/>
          </a:prstGeom>
          <a:noFill/>
          <a:ln/>
        </p:spPr>
        <p:txBody>
          <a:bodyPr wrap="square" lIns="25400" tIns="25400" rIns="25400" bIns="25400" rtlCol="0" anchor="t">
            <a:normAutofit/>
          </a:bodyPr>
          <a:lstStyle/>
          <a:p>
            <a:pPr algn="l" indent="0" marL="0">
              <a:lnSpc>
                <a:spcPct val="90000"/>
              </a:lnSpc>
              <a:buNone/>
            </a:pPr>
            <a:r>
              <a:rPr lang="en-US" sz="22500" b="1" dirty="0">
                <a:ln w="19050">
                  <a:solidFill>
                    <a:srgbClr val="FFD700"/>
                  </a:solidFill>
                </a:ln>
                <a:solidFill>
                  <a:srgbClr val="000000">
                    <a:alpha val="0"/>
                  </a:srgbClr>
                </a:solidFill>
                <a:latin typeface="Georgia" pitchFamily="34" charset="0"/>
                <a:ea typeface="Georgia" pitchFamily="34" charset="-122"/>
                <a:cs typeface="Georgia" pitchFamily="34" charset="-120"/>
              </a:rPr>
              <a:t>01</a:t>
            </a:r>
            <a:endParaRPr lang="en-US" sz="22500" dirty="0"/>
          </a:p>
        </p:txBody>
      </p:sp>
      <p:sp>
        <p:nvSpPr>
          <p:cNvPr id="5" name="Text 3"/>
          <p:cNvSpPr/>
          <p:nvPr/>
        </p:nvSpPr>
        <p:spPr>
          <a:xfrm>
            <a:off x="4886771" y="3481388"/>
            <a:ext cx="6496050" cy="314325"/>
          </a:xfrm>
          <a:prstGeom prst="rect">
            <a:avLst/>
          </a:prstGeom>
          <a:noFill/>
          <a:ln/>
        </p:spPr>
        <p:txBody>
          <a:bodyPr wrap="square" lIns="25400" tIns="25400" rIns="25400" bIns="25400" rtlCol="0" anchor="t">
            <a:normAutofit/>
          </a:bodyPr>
          <a:lstStyle/>
          <a:p>
            <a:pPr algn="l" indent="0" marL="0">
              <a:buNone/>
            </a:pPr>
            <a:r>
              <a:rPr lang="en-US" sz="1875" b="1" spc="600" kern="0" dirty="0">
                <a:solidFill>
                  <a:srgbClr val="FFD700"/>
                </a:solidFill>
                <a:latin typeface="Arial" pitchFamily="34" charset="0"/>
                <a:ea typeface="Arial" pitchFamily="34" charset="-122"/>
                <a:cs typeface="Arial" pitchFamily="34" charset="-120"/>
              </a:rPr>
              <a:t>STAGE ONE</a:t>
            </a:r>
            <a:endParaRPr lang="en-US" sz="1875" dirty="0"/>
          </a:p>
        </p:txBody>
      </p:sp>
      <p:sp>
        <p:nvSpPr>
          <p:cNvPr id="6" name="Text 4"/>
          <p:cNvSpPr/>
          <p:nvPr/>
        </p:nvSpPr>
        <p:spPr>
          <a:xfrm>
            <a:off x="4886771" y="3890962"/>
            <a:ext cx="6496050"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B7C5"/>
                </a:solidFill>
                <a:latin typeface="Georgia" pitchFamily="34" charset="0"/>
                <a:ea typeface="Georgia" pitchFamily="34" charset="-122"/>
                <a:cs typeface="Georgia" pitchFamily="34" charset="-120"/>
              </a:rPr>
              <a:t>基礎</a:t>
            </a:r>
            <a:endParaRPr lang="en-US" sz="8250" dirty="0"/>
          </a:p>
        </p:txBody>
      </p:sp>
      <p:sp>
        <p:nvSpPr>
          <p:cNvPr id="7" name="Text 5"/>
          <p:cNvSpPr/>
          <p:nvPr/>
        </p:nvSpPr>
        <p:spPr>
          <a:xfrm>
            <a:off x="4886771" y="5033963"/>
            <a:ext cx="6496050"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F5F0EA"/>
                </a:solidFill>
                <a:latin typeface="Georgia" pitchFamily="34" charset="0"/>
                <a:ea typeface="Georgia" pitchFamily="34" charset="-122"/>
                <a:cs typeface="Georgia" pitchFamily="34" charset="-120"/>
              </a:rPr>
              <a:t>The Foundations</a:t>
            </a:r>
            <a:endParaRPr lang="en-US" sz="5400" dirty="0"/>
          </a:p>
        </p:txBody>
      </p:sp>
      <p:sp>
        <p:nvSpPr>
          <p:cNvPr id="8" name="Text 6"/>
          <p:cNvSpPr/>
          <p:nvPr/>
        </p:nvSpPr>
        <p:spPr>
          <a:xfrm>
            <a:off x="4886771" y="6005513"/>
            <a:ext cx="6082665"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B9B2CC"/>
                </a:solidFill>
                <a:latin typeface="Arial" pitchFamily="34" charset="0"/>
                <a:ea typeface="Arial" pitchFamily="34" charset="-122"/>
                <a:cs typeface="Arial" pitchFamily="34" charset="-120"/>
              </a:rPr>
              <a:t>The two alphabets of Japanese — hiragana and katakana.</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857250" y="571500"/>
            <a:ext cx="5334848" cy="381000"/>
          </a:xfrm>
          <a:prstGeom prst="rect">
            <a:avLst/>
          </a:prstGeom>
          <a:noFill/>
          <a:ln/>
        </p:spPr>
        <p:txBody>
          <a:bodyPr wrap="square" lIns="25400" tIns="25400" rIns="25400" bIns="25400" rtlCol="0" anchor="t">
            <a:normAutofit/>
          </a:bodyPr>
          <a:lstStyle/>
          <a:p>
            <a:pPr algn="l" indent="0" marL="0">
              <a:buNone/>
            </a:pPr>
            <a:r>
              <a:rPr lang="en-US" sz="1800" b="1" spc="540" kern="0" dirty="0">
                <a:solidFill>
                  <a:srgbClr val="FFD700"/>
                </a:solidFill>
                <a:latin typeface="Arial" pitchFamily="34" charset="0"/>
                <a:ea typeface="Arial" pitchFamily="34" charset="-122"/>
                <a:cs typeface="Arial" pitchFamily="34" charset="-120"/>
              </a:rPr>
              <a:t>SECTION 1 · ひらがな</a:t>
            </a:r>
            <a:endParaRPr lang="en-US" sz="1800" dirty="0"/>
          </a:p>
        </p:txBody>
      </p:sp>
      <p:sp>
        <p:nvSpPr>
          <p:cNvPr id="3" name="Text 1"/>
          <p:cNvSpPr/>
          <p:nvPr/>
        </p:nvSpPr>
        <p:spPr>
          <a:xfrm>
            <a:off x="857250" y="971550"/>
            <a:ext cx="5334848" cy="666750"/>
          </a:xfrm>
          <a:prstGeom prst="rect">
            <a:avLst/>
          </a:prstGeom>
          <a:noFill/>
          <a:ln/>
        </p:spPr>
        <p:txBody>
          <a:bodyPr wrap="square" lIns="25400" tIns="25400" rIns="25400" bIns="25400" rtlCol="0" anchor="t">
            <a:normAutofit/>
          </a:bodyPr>
          <a:lstStyle/>
          <a:p>
            <a:pPr algn="l" indent="0" marL="0">
              <a:buNone/>
            </a:pPr>
            <a:r>
              <a:rPr lang="en-US" sz="4350" b="1" dirty="0">
                <a:solidFill>
                  <a:srgbClr val="F5F0EA"/>
                </a:solidFill>
                <a:latin typeface="Georgia" pitchFamily="34" charset="0"/>
                <a:ea typeface="Georgia" pitchFamily="34" charset="-122"/>
                <a:cs typeface="Georgia" pitchFamily="34" charset="-120"/>
              </a:rPr>
              <a:t>The Hiragana Chart</a:t>
            </a:r>
            <a:endParaRPr lang="en-US" sz="4350" dirty="0"/>
          </a:p>
        </p:txBody>
      </p:sp>
      <p:sp>
        <p:nvSpPr>
          <p:cNvPr id="4" name="Text 2"/>
          <p:cNvSpPr/>
          <p:nvPr/>
        </p:nvSpPr>
        <p:spPr>
          <a:xfrm>
            <a:off x="16992600" y="971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FB7C5"/>
                </a:solidFill>
                <a:latin typeface="Georgia" pitchFamily="34" charset="0"/>
                <a:ea typeface="Georgia" pitchFamily="34" charset="-122"/>
                <a:cs typeface="Georgia" pitchFamily="34" charset="-120"/>
              </a:rPr>
              <a:t>あ</a:t>
            </a:r>
            <a:endParaRPr lang="en-US" sz="3450" dirty="0"/>
          </a:p>
        </p:txBody>
      </p:sp>
      <p:sp>
        <p:nvSpPr>
          <p:cNvPr id="5" name="Text 3"/>
          <p:cNvSpPr/>
          <p:nvPr/>
        </p:nvSpPr>
        <p:spPr>
          <a:xfrm>
            <a:off x="1638114" y="1847850"/>
            <a:ext cx="3356893"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a</a:t>
            </a:r>
            <a:endParaRPr lang="en-US" sz="2250" dirty="0"/>
          </a:p>
        </p:txBody>
      </p:sp>
      <p:sp>
        <p:nvSpPr>
          <p:cNvPr id="6" name="Text 4"/>
          <p:cNvSpPr/>
          <p:nvPr/>
        </p:nvSpPr>
        <p:spPr>
          <a:xfrm>
            <a:off x="4785077" y="1847850"/>
            <a:ext cx="3357056"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i</a:t>
            </a:r>
            <a:endParaRPr lang="en-US" sz="2250" dirty="0"/>
          </a:p>
        </p:txBody>
      </p:sp>
      <p:sp>
        <p:nvSpPr>
          <p:cNvPr id="7" name="Text 5"/>
          <p:cNvSpPr/>
          <p:nvPr/>
        </p:nvSpPr>
        <p:spPr>
          <a:xfrm>
            <a:off x="7932204" y="1847850"/>
            <a:ext cx="3356893"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u</a:t>
            </a:r>
            <a:endParaRPr lang="en-US" sz="2250" dirty="0"/>
          </a:p>
        </p:txBody>
      </p:sp>
      <p:sp>
        <p:nvSpPr>
          <p:cNvPr id="8" name="Text 6"/>
          <p:cNvSpPr/>
          <p:nvPr/>
        </p:nvSpPr>
        <p:spPr>
          <a:xfrm>
            <a:off x="11079167" y="1847850"/>
            <a:ext cx="3357056"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e</a:t>
            </a:r>
            <a:endParaRPr lang="en-US" sz="2250" dirty="0"/>
          </a:p>
        </p:txBody>
      </p:sp>
      <p:sp>
        <p:nvSpPr>
          <p:cNvPr id="9" name="Text 7"/>
          <p:cNvSpPr/>
          <p:nvPr/>
        </p:nvSpPr>
        <p:spPr>
          <a:xfrm>
            <a:off x="14226294" y="1847850"/>
            <a:ext cx="3356893"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o</a:t>
            </a:r>
            <a:endParaRPr lang="en-US" sz="2250" dirty="0"/>
          </a:p>
        </p:txBody>
      </p:sp>
      <p:sp>
        <p:nvSpPr>
          <p:cNvPr id="10" name="Text 8"/>
          <p:cNvSpPr/>
          <p:nvPr/>
        </p:nvSpPr>
        <p:spPr>
          <a:xfrm>
            <a:off x="1162050" y="2428875"/>
            <a:ext cx="304800"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a:t>
            </a:r>
            <a:endParaRPr lang="en-US" sz="2100" dirty="0"/>
          </a:p>
        </p:txBody>
      </p:sp>
      <p:sp>
        <p:nvSpPr>
          <p:cNvPr id="11" name="Shape 9"/>
          <p:cNvSpPr/>
          <p:nvPr/>
        </p:nvSpPr>
        <p:spPr>
          <a:xfrm>
            <a:off x="1790700" y="2257425"/>
            <a:ext cx="3051721" cy="647700"/>
          </a:xfrm>
          <a:prstGeom prst="roundRect">
            <a:avLst>
              <a:gd name="adj" fmla="val 7353"/>
            </a:avLst>
          </a:prstGeom>
          <a:solidFill>
            <a:srgbClr val="232350"/>
          </a:solidFill>
          <a:ln w="9525">
            <a:solidFill>
              <a:srgbClr val="34346A"/>
            </a:solidFill>
            <a:prstDash val="solid"/>
          </a:ln>
        </p:spPr>
      </p:sp>
      <p:sp>
        <p:nvSpPr>
          <p:cNvPr id="12" name="Text 10"/>
          <p:cNvSpPr/>
          <p:nvPr/>
        </p:nvSpPr>
        <p:spPr>
          <a:xfrm>
            <a:off x="309741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あ</a:t>
            </a:r>
            <a:endParaRPr lang="en-US" sz="3450" dirty="0"/>
          </a:p>
        </p:txBody>
      </p:sp>
      <p:sp>
        <p:nvSpPr>
          <p:cNvPr id="13" name="Shape 11"/>
          <p:cNvSpPr/>
          <p:nvPr/>
        </p:nvSpPr>
        <p:spPr>
          <a:xfrm>
            <a:off x="4937671" y="2257425"/>
            <a:ext cx="3051870" cy="647700"/>
          </a:xfrm>
          <a:prstGeom prst="roundRect">
            <a:avLst>
              <a:gd name="adj" fmla="val 7353"/>
            </a:avLst>
          </a:prstGeom>
          <a:solidFill>
            <a:srgbClr val="232350"/>
          </a:solidFill>
          <a:ln w="9525">
            <a:solidFill>
              <a:srgbClr val="34346A"/>
            </a:solidFill>
            <a:prstDash val="solid"/>
          </a:ln>
        </p:spPr>
      </p:sp>
      <p:sp>
        <p:nvSpPr>
          <p:cNvPr id="14" name="Text 12"/>
          <p:cNvSpPr/>
          <p:nvPr/>
        </p:nvSpPr>
        <p:spPr>
          <a:xfrm>
            <a:off x="6244530"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い</a:t>
            </a:r>
            <a:endParaRPr lang="en-US" sz="3450" dirty="0"/>
          </a:p>
        </p:txBody>
      </p:sp>
      <p:sp>
        <p:nvSpPr>
          <p:cNvPr id="15" name="Shape 13"/>
          <p:cNvSpPr/>
          <p:nvPr/>
        </p:nvSpPr>
        <p:spPr>
          <a:xfrm>
            <a:off x="8084790" y="2257425"/>
            <a:ext cx="3051721" cy="647700"/>
          </a:xfrm>
          <a:prstGeom prst="roundRect">
            <a:avLst>
              <a:gd name="adj" fmla="val 7353"/>
            </a:avLst>
          </a:prstGeom>
          <a:solidFill>
            <a:srgbClr val="232350"/>
          </a:solidFill>
          <a:ln w="9525">
            <a:solidFill>
              <a:srgbClr val="34346A"/>
            </a:solidFill>
            <a:prstDash val="solid"/>
          </a:ln>
        </p:spPr>
      </p:sp>
      <p:sp>
        <p:nvSpPr>
          <p:cNvPr id="16" name="Text 14"/>
          <p:cNvSpPr/>
          <p:nvPr/>
        </p:nvSpPr>
        <p:spPr>
          <a:xfrm>
            <a:off x="939150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う</a:t>
            </a:r>
            <a:endParaRPr lang="en-US" sz="3450" dirty="0"/>
          </a:p>
        </p:txBody>
      </p:sp>
      <p:sp>
        <p:nvSpPr>
          <p:cNvPr id="17" name="Shape 15"/>
          <p:cNvSpPr/>
          <p:nvPr/>
        </p:nvSpPr>
        <p:spPr>
          <a:xfrm>
            <a:off x="11231761" y="2257425"/>
            <a:ext cx="3051870" cy="647700"/>
          </a:xfrm>
          <a:prstGeom prst="roundRect">
            <a:avLst>
              <a:gd name="adj" fmla="val 7353"/>
            </a:avLst>
          </a:prstGeom>
          <a:solidFill>
            <a:srgbClr val="232350"/>
          </a:solidFill>
          <a:ln w="9525">
            <a:solidFill>
              <a:srgbClr val="34346A"/>
            </a:solidFill>
            <a:prstDash val="solid"/>
          </a:ln>
        </p:spPr>
      </p:sp>
      <p:sp>
        <p:nvSpPr>
          <p:cNvPr id="18" name="Text 16"/>
          <p:cNvSpPr/>
          <p:nvPr/>
        </p:nvSpPr>
        <p:spPr>
          <a:xfrm>
            <a:off x="1253862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え</a:t>
            </a:r>
            <a:endParaRPr lang="en-US" sz="3450" dirty="0"/>
          </a:p>
        </p:txBody>
      </p:sp>
      <p:sp>
        <p:nvSpPr>
          <p:cNvPr id="19" name="Shape 17"/>
          <p:cNvSpPr/>
          <p:nvPr/>
        </p:nvSpPr>
        <p:spPr>
          <a:xfrm>
            <a:off x="14378880" y="2257425"/>
            <a:ext cx="3051721" cy="647700"/>
          </a:xfrm>
          <a:prstGeom prst="roundRect">
            <a:avLst>
              <a:gd name="adj" fmla="val 7353"/>
            </a:avLst>
          </a:prstGeom>
          <a:solidFill>
            <a:srgbClr val="232350"/>
          </a:solidFill>
          <a:ln w="9525">
            <a:solidFill>
              <a:srgbClr val="34346A"/>
            </a:solidFill>
            <a:prstDash val="solid"/>
          </a:ln>
        </p:spPr>
      </p:sp>
      <p:sp>
        <p:nvSpPr>
          <p:cNvPr id="20" name="Text 18"/>
          <p:cNvSpPr/>
          <p:nvPr/>
        </p:nvSpPr>
        <p:spPr>
          <a:xfrm>
            <a:off x="1568559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お</a:t>
            </a:r>
            <a:endParaRPr lang="en-US" sz="3450" dirty="0"/>
          </a:p>
        </p:txBody>
      </p:sp>
      <p:sp>
        <p:nvSpPr>
          <p:cNvPr id="21" name="Text 19"/>
          <p:cNvSpPr/>
          <p:nvPr/>
        </p:nvSpPr>
        <p:spPr>
          <a:xfrm>
            <a:off x="1183630" y="3152775"/>
            <a:ext cx="261491"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K</a:t>
            </a:r>
            <a:endParaRPr lang="en-US" sz="2100" dirty="0"/>
          </a:p>
        </p:txBody>
      </p:sp>
      <p:sp>
        <p:nvSpPr>
          <p:cNvPr id="22" name="Shape 20"/>
          <p:cNvSpPr/>
          <p:nvPr/>
        </p:nvSpPr>
        <p:spPr>
          <a:xfrm>
            <a:off x="1790700" y="2981325"/>
            <a:ext cx="3051721" cy="647700"/>
          </a:xfrm>
          <a:prstGeom prst="roundRect">
            <a:avLst>
              <a:gd name="adj" fmla="val 7353"/>
            </a:avLst>
          </a:prstGeom>
          <a:solidFill>
            <a:srgbClr val="232350"/>
          </a:solidFill>
          <a:ln w="9525">
            <a:solidFill>
              <a:srgbClr val="34346A"/>
            </a:solidFill>
            <a:prstDash val="solid"/>
          </a:ln>
        </p:spPr>
      </p:sp>
      <p:sp>
        <p:nvSpPr>
          <p:cNvPr id="23" name="Text 21"/>
          <p:cNvSpPr/>
          <p:nvPr/>
        </p:nvSpPr>
        <p:spPr>
          <a:xfrm>
            <a:off x="309741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か</a:t>
            </a:r>
            <a:endParaRPr lang="en-US" sz="3450" dirty="0"/>
          </a:p>
        </p:txBody>
      </p:sp>
      <p:sp>
        <p:nvSpPr>
          <p:cNvPr id="24" name="Shape 22"/>
          <p:cNvSpPr/>
          <p:nvPr/>
        </p:nvSpPr>
        <p:spPr>
          <a:xfrm>
            <a:off x="4937671" y="2981325"/>
            <a:ext cx="3051870" cy="647700"/>
          </a:xfrm>
          <a:prstGeom prst="roundRect">
            <a:avLst>
              <a:gd name="adj" fmla="val 7353"/>
            </a:avLst>
          </a:prstGeom>
          <a:solidFill>
            <a:srgbClr val="232350"/>
          </a:solidFill>
          <a:ln w="9525">
            <a:solidFill>
              <a:srgbClr val="34346A"/>
            </a:solidFill>
            <a:prstDash val="solid"/>
          </a:ln>
        </p:spPr>
      </p:sp>
      <p:sp>
        <p:nvSpPr>
          <p:cNvPr id="25" name="Text 23"/>
          <p:cNvSpPr/>
          <p:nvPr/>
        </p:nvSpPr>
        <p:spPr>
          <a:xfrm>
            <a:off x="6244530"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き</a:t>
            </a:r>
            <a:endParaRPr lang="en-US" sz="3450" dirty="0"/>
          </a:p>
        </p:txBody>
      </p:sp>
      <p:sp>
        <p:nvSpPr>
          <p:cNvPr id="26" name="Shape 24"/>
          <p:cNvSpPr/>
          <p:nvPr/>
        </p:nvSpPr>
        <p:spPr>
          <a:xfrm>
            <a:off x="8084790" y="2981325"/>
            <a:ext cx="3051721" cy="647700"/>
          </a:xfrm>
          <a:prstGeom prst="roundRect">
            <a:avLst>
              <a:gd name="adj" fmla="val 7353"/>
            </a:avLst>
          </a:prstGeom>
          <a:solidFill>
            <a:srgbClr val="232350"/>
          </a:solidFill>
          <a:ln w="9525">
            <a:solidFill>
              <a:srgbClr val="34346A"/>
            </a:solidFill>
            <a:prstDash val="solid"/>
          </a:ln>
        </p:spPr>
      </p:sp>
      <p:sp>
        <p:nvSpPr>
          <p:cNvPr id="27" name="Text 25"/>
          <p:cNvSpPr/>
          <p:nvPr/>
        </p:nvSpPr>
        <p:spPr>
          <a:xfrm>
            <a:off x="939150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く</a:t>
            </a:r>
            <a:endParaRPr lang="en-US" sz="3450" dirty="0"/>
          </a:p>
        </p:txBody>
      </p:sp>
      <p:sp>
        <p:nvSpPr>
          <p:cNvPr id="28" name="Shape 26"/>
          <p:cNvSpPr/>
          <p:nvPr/>
        </p:nvSpPr>
        <p:spPr>
          <a:xfrm>
            <a:off x="11231761" y="2981325"/>
            <a:ext cx="3051870" cy="647700"/>
          </a:xfrm>
          <a:prstGeom prst="roundRect">
            <a:avLst>
              <a:gd name="adj" fmla="val 7353"/>
            </a:avLst>
          </a:prstGeom>
          <a:solidFill>
            <a:srgbClr val="232350"/>
          </a:solidFill>
          <a:ln w="9525">
            <a:solidFill>
              <a:srgbClr val="34346A"/>
            </a:solidFill>
            <a:prstDash val="solid"/>
          </a:ln>
        </p:spPr>
      </p:sp>
      <p:sp>
        <p:nvSpPr>
          <p:cNvPr id="29" name="Text 27"/>
          <p:cNvSpPr/>
          <p:nvPr/>
        </p:nvSpPr>
        <p:spPr>
          <a:xfrm>
            <a:off x="1253862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け</a:t>
            </a:r>
            <a:endParaRPr lang="en-US" sz="3450" dirty="0"/>
          </a:p>
        </p:txBody>
      </p:sp>
      <p:sp>
        <p:nvSpPr>
          <p:cNvPr id="30" name="Shape 28"/>
          <p:cNvSpPr/>
          <p:nvPr/>
        </p:nvSpPr>
        <p:spPr>
          <a:xfrm>
            <a:off x="14378880" y="2981325"/>
            <a:ext cx="3051721" cy="647700"/>
          </a:xfrm>
          <a:prstGeom prst="roundRect">
            <a:avLst>
              <a:gd name="adj" fmla="val 7353"/>
            </a:avLst>
          </a:prstGeom>
          <a:solidFill>
            <a:srgbClr val="232350"/>
          </a:solidFill>
          <a:ln w="9525">
            <a:solidFill>
              <a:srgbClr val="34346A"/>
            </a:solidFill>
            <a:prstDash val="solid"/>
          </a:ln>
        </p:spPr>
      </p:sp>
      <p:sp>
        <p:nvSpPr>
          <p:cNvPr id="31" name="Text 29"/>
          <p:cNvSpPr/>
          <p:nvPr/>
        </p:nvSpPr>
        <p:spPr>
          <a:xfrm>
            <a:off x="1568559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こ</a:t>
            </a:r>
            <a:endParaRPr lang="en-US" sz="3450" dirty="0"/>
          </a:p>
        </p:txBody>
      </p:sp>
      <p:sp>
        <p:nvSpPr>
          <p:cNvPr id="32" name="Text 30"/>
          <p:cNvSpPr/>
          <p:nvPr/>
        </p:nvSpPr>
        <p:spPr>
          <a:xfrm>
            <a:off x="1201489" y="3876675"/>
            <a:ext cx="225921"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S</a:t>
            </a:r>
            <a:endParaRPr lang="en-US" sz="2100" dirty="0"/>
          </a:p>
        </p:txBody>
      </p:sp>
      <p:sp>
        <p:nvSpPr>
          <p:cNvPr id="33" name="Shape 31"/>
          <p:cNvSpPr/>
          <p:nvPr/>
        </p:nvSpPr>
        <p:spPr>
          <a:xfrm>
            <a:off x="1790700" y="3705225"/>
            <a:ext cx="3051721" cy="647700"/>
          </a:xfrm>
          <a:prstGeom prst="roundRect">
            <a:avLst>
              <a:gd name="adj" fmla="val 7353"/>
            </a:avLst>
          </a:prstGeom>
          <a:solidFill>
            <a:srgbClr val="232350"/>
          </a:solidFill>
          <a:ln w="9525">
            <a:solidFill>
              <a:srgbClr val="34346A"/>
            </a:solidFill>
            <a:prstDash val="solid"/>
          </a:ln>
        </p:spPr>
      </p:sp>
      <p:sp>
        <p:nvSpPr>
          <p:cNvPr id="34" name="Text 32"/>
          <p:cNvSpPr/>
          <p:nvPr/>
        </p:nvSpPr>
        <p:spPr>
          <a:xfrm>
            <a:off x="309741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さ</a:t>
            </a:r>
            <a:endParaRPr lang="en-US" sz="3450" dirty="0"/>
          </a:p>
        </p:txBody>
      </p:sp>
      <p:sp>
        <p:nvSpPr>
          <p:cNvPr id="35" name="Shape 33"/>
          <p:cNvSpPr/>
          <p:nvPr/>
        </p:nvSpPr>
        <p:spPr>
          <a:xfrm>
            <a:off x="4937671" y="3705225"/>
            <a:ext cx="3051870" cy="647700"/>
          </a:xfrm>
          <a:prstGeom prst="roundRect">
            <a:avLst>
              <a:gd name="adj" fmla="val 7353"/>
            </a:avLst>
          </a:prstGeom>
          <a:solidFill>
            <a:srgbClr val="232350"/>
          </a:solidFill>
          <a:ln w="9525">
            <a:solidFill>
              <a:srgbClr val="34346A"/>
            </a:solidFill>
            <a:prstDash val="solid"/>
          </a:ln>
        </p:spPr>
      </p:sp>
      <p:sp>
        <p:nvSpPr>
          <p:cNvPr id="36" name="Text 34"/>
          <p:cNvSpPr/>
          <p:nvPr/>
        </p:nvSpPr>
        <p:spPr>
          <a:xfrm>
            <a:off x="6244530"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し</a:t>
            </a:r>
            <a:endParaRPr lang="en-US" sz="3450" dirty="0"/>
          </a:p>
        </p:txBody>
      </p:sp>
      <p:sp>
        <p:nvSpPr>
          <p:cNvPr id="37" name="Shape 35"/>
          <p:cNvSpPr/>
          <p:nvPr/>
        </p:nvSpPr>
        <p:spPr>
          <a:xfrm>
            <a:off x="8084790" y="3705225"/>
            <a:ext cx="3051721" cy="647700"/>
          </a:xfrm>
          <a:prstGeom prst="roundRect">
            <a:avLst>
              <a:gd name="adj" fmla="val 7353"/>
            </a:avLst>
          </a:prstGeom>
          <a:solidFill>
            <a:srgbClr val="232350"/>
          </a:solidFill>
          <a:ln w="9525">
            <a:solidFill>
              <a:srgbClr val="34346A"/>
            </a:solidFill>
            <a:prstDash val="solid"/>
          </a:ln>
        </p:spPr>
      </p:sp>
      <p:sp>
        <p:nvSpPr>
          <p:cNvPr id="38" name="Text 36"/>
          <p:cNvSpPr/>
          <p:nvPr/>
        </p:nvSpPr>
        <p:spPr>
          <a:xfrm>
            <a:off x="939150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す</a:t>
            </a:r>
            <a:endParaRPr lang="en-US" sz="3450" dirty="0"/>
          </a:p>
        </p:txBody>
      </p:sp>
      <p:sp>
        <p:nvSpPr>
          <p:cNvPr id="39" name="Shape 37"/>
          <p:cNvSpPr/>
          <p:nvPr/>
        </p:nvSpPr>
        <p:spPr>
          <a:xfrm>
            <a:off x="11231761" y="3705225"/>
            <a:ext cx="3051870" cy="647700"/>
          </a:xfrm>
          <a:prstGeom prst="roundRect">
            <a:avLst>
              <a:gd name="adj" fmla="val 7353"/>
            </a:avLst>
          </a:prstGeom>
          <a:solidFill>
            <a:srgbClr val="232350"/>
          </a:solidFill>
          <a:ln w="9525">
            <a:solidFill>
              <a:srgbClr val="34346A"/>
            </a:solidFill>
            <a:prstDash val="solid"/>
          </a:ln>
        </p:spPr>
      </p:sp>
      <p:sp>
        <p:nvSpPr>
          <p:cNvPr id="40" name="Text 38"/>
          <p:cNvSpPr/>
          <p:nvPr/>
        </p:nvSpPr>
        <p:spPr>
          <a:xfrm>
            <a:off x="1253862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せ</a:t>
            </a:r>
            <a:endParaRPr lang="en-US" sz="3450" dirty="0"/>
          </a:p>
        </p:txBody>
      </p:sp>
      <p:sp>
        <p:nvSpPr>
          <p:cNvPr id="41" name="Shape 39"/>
          <p:cNvSpPr/>
          <p:nvPr/>
        </p:nvSpPr>
        <p:spPr>
          <a:xfrm>
            <a:off x="14378880" y="3705225"/>
            <a:ext cx="3051721" cy="647700"/>
          </a:xfrm>
          <a:prstGeom prst="roundRect">
            <a:avLst>
              <a:gd name="adj" fmla="val 7353"/>
            </a:avLst>
          </a:prstGeom>
          <a:solidFill>
            <a:srgbClr val="232350"/>
          </a:solidFill>
          <a:ln w="9525">
            <a:solidFill>
              <a:srgbClr val="34346A"/>
            </a:solidFill>
            <a:prstDash val="solid"/>
          </a:ln>
        </p:spPr>
      </p:sp>
      <p:sp>
        <p:nvSpPr>
          <p:cNvPr id="42" name="Text 40"/>
          <p:cNvSpPr/>
          <p:nvPr/>
        </p:nvSpPr>
        <p:spPr>
          <a:xfrm>
            <a:off x="1568559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そ</a:t>
            </a:r>
            <a:endParaRPr lang="en-US" sz="3450" dirty="0"/>
          </a:p>
        </p:txBody>
      </p:sp>
      <p:sp>
        <p:nvSpPr>
          <p:cNvPr id="43" name="Text 41"/>
          <p:cNvSpPr/>
          <p:nvPr/>
        </p:nvSpPr>
        <p:spPr>
          <a:xfrm>
            <a:off x="1193750" y="4600575"/>
            <a:ext cx="241250"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T</a:t>
            </a:r>
            <a:endParaRPr lang="en-US" sz="2100" dirty="0"/>
          </a:p>
        </p:txBody>
      </p:sp>
      <p:sp>
        <p:nvSpPr>
          <p:cNvPr id="44" name="Shape 42"/>
          <p:cNvSpPr/>
          <p:nvPr/>
        </p:nvSpPr>
        <p:spPr>
          <a:xfrm>
            <a:off x="1790700" y="4429125"/>
            <a:ext cx="3051721" cy="647700"/>
          </a:xfrm>
          <a:prstGeom prst="roundRect">
            <a:avLst>
              <a:gd name="adj" fmla="val 7353"/>
            </a:avLst>
          </a:prstGeom>
          <a:solidFill>
            <a:srgbClr val="232350"/>
          </a:solidFill>
          <a:ln w="9525">
            <a:solidFill>
              <a:srgbClr val="34346A"/>
            </a:solidFill>
            <a:prstDash val="solid"/>
          </a:ln>
        </p:spPr>
      </p:sp>
      <p:sp>
        <p:nvSpPr>
          <p:cNvPr id="45" name="Text 43"/>
          <p:cNvSpPr/>
          <p:nvPr/>
        </p:nvSpPr>
        <p:spPr>
          <a:xfrm>
            <a:off x="309741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た</a:t>
            </a:r>
            <a:endParaRPr lang="en-US" sz="3450" dirty="0"/>
          </a:p>
        </p:txBody>
      </p:sp>
      <p:sp>
        <p:nvSpPr>
          <p:cNvPr id="46" name="Shape 44"/>
          <p:cNvSpPr/>
          <p:nvPr/>
        </p:nvSpPr>
        <p:spPr>
          <a:xfrm>
            <a:off x="4937671" y="4429125"/>
            <a:ext cx="3051870" cy="647700"/>
          </a:xfrm>
          <a:prstGeom prst="roundRect">
            <a:avLst>
              <a:gd name="adj" fmla="val 7353"/>
            </a:avLst>
          </a:prstGeom>
          <a:solidFill>
            <a:srgbClr val="232350"/>
          </a:solidFill>
          <a:ln w="9525">
            <a:solidFill>
              <a:srgbClr val="34346A"/>
            </a:solidFill>
            <a:prstDash val="solid"/>
          </a:ln>
        </p:spPr>
      </p:sp>
      <p:sp>
        <p:nvSpPr>
          <p:cNvPr id="47" name="Text 45"/>
          <p:cNvSpPr/>
          <p:nvPr/>
        </p:nvSpPr>
        <p:spPr>
          <a:xfrm>
            <a:off x="6244530"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ち</a:t>
            </a:r>
            <a:endParaRPr lang="en-US" sz="3450" dirty="0"/>
          </a:p>
        </p:txBody>
      </p:sp>
      <p:sp>
        <p:nvSpPr>
          <p:cNvPr id="48" name="Shape 46"/>
          <p:cNvSpPr/>
          <p:nvPr/>
        </p:nvSpPr>
        <p:spPr>
          <a:xfrm>
            <a:off x="8084790" y="4429125"/>
            <a:ext cx="3051721" cy="647700"/>
          </a:xfrm>
          <a:prstGeom prst="roundRect">
            <a:avLst>
              <a:gd name="adj" fmla="val 7353"/>
            </a:avLst>
          </a:prstGeom>
          <a:solidFill>
            <a:srgbClr val="232350"/>
          </a:solidFill>
          <a:ln w="9525">
            <a:solidFill>
              <a:srgbClr val="34346A"/>
            </a:solidFill>
            <a:prstDash val="solid"/>
          </a:ln>
        </p:spPr>
      </p:sp>
      <p:sp>
        <p:nvSpPr>
          <p:cNvPr id="49" name="Text 47"/>
          <p:cNvSpPr/>
          <p:nvPr/>
        </p:nvSpPr>
        <p:spPr>
          <a:xfrm>
            <a:off x="939150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つ</a:t>
            </a:r>
            <a:endParaRPr lang="en-US" sz="3450" dirty="0"/>
          </a:p>
        </p:txBody>
      </p:sp>
      <p:sp>
        <p:nvSpPr>
          <p:cNvPr id="50" name="Shape 48"/>
          <p:cNvSpPr/>
          <p:nvPr/>
        </p:nvSpPr>
        <p:spPr>
          <a:xfrm>
            <a:off x="11231761" y="4429125"/>
            <a:ext cx="3051870" cy="647700"/>
          </a:xfrm>
          <a:prstGeom prst="roundRect">
            <a:avLst>
              <a:gd name="adj" fmla="val 7353"/>
            </a:avLst>
          </a:prstGeom>
          <a:solidFill>
            <a:srgbClr val="232350"/>
          </a:solidFill>
          <a:ln w="9525">
            <a:solidFill>
              <a:srgbClr val="34346A"/>
            </a:solidFill>
            <a:prstDash val="solid"/>
          </a:ln>
        </p:spPr>
      </p:sp>
      <p:sp>
        <p:nvSpPr>
          <p:cNvPr id="51" name="Text 49"/>
          <p:cNvSpPr/>
          <p:nvPr/>
        </p:nvSpPr>
        <p:spPr>
          <a:xfrm>
            <a:off x="1253862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て</a:t>
            </a:r>
            <a:endParaRPr lang="en-US" sz="3450" dirty="0"/>
          </a:p>
        </p:txBody>
      </p:sp>
      <p:sp>
        <p:nvSpPr>
          <p:cNvPr id="52" name="Shape 50"/>
          <p:cNvSpPr/>
          <p:nvPr/>
        </p:nvSpPr>
        <p:spPr>
          <a:xfrm>
            <a:off x="14378880" y="4429125"/>
            <a:ext cx="3051721" cy="647700"/>
          </a:xfrm>
          <a:prstGeom prst="roundRect">
            <a:avLst>
              <a:gd name="adj" fmla="val 7353"/>
            </a:avLst>
          </a:prstGeom>
          <a:solidFill>
            <a:srgbClr val="232350"/>
          </a:solidFill>
          <a:ln w="9525">
            <a:solidFill>
              <a:srgbClr val="34346A"/>
            </a:solidFill>
            <a:prstDash val="solid"/>
          </a:ln>
        </p:spPr>
      </p:sp>
      <p:sp>
        <p:nvSpPr>
          <p:cNvPr id="53" name="Text 51"/>
          <p:cNvSpPr/>
          <p:nvPr/>
        </p:nvSpPr>
        <p:spPr>
          <a:xfrm>
            <a:off x="1568559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と</a:t>
            </a:r>
            <a:endParaRPr lang="en-US" sz="3450" dirty="0"/>
          </a:p>
        </p:txBody>
      </p:sp>
      <p:sp>
        <p:nvSpPr>
          <p:cNvPr id="54" name="Text 52"/>
          <p:cNvSpPr/>
          <p:nvPr/>
        </p:nvSpPr>
        <p:spPr>
          <a:xfrm>
            <a:off x="1173956" y="5324475"/>
            <a:ext cx="280839"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N</a:t>
            </a:r>
            <a:endParaRPr lang="en-US" sz="2100" dirty="0"/>
          </a:p>
        </p:txBody>
      </p:sp>
      <p:sp>
        <p:nvSpPr>
          <p:cNvPr id="55" name="Shape 53"/>
          <p:cNvSpPr/>
          <p:nvPr/>
        </p:nvSpPr>
        <p:spPr>
          <a:xfrm>
            <a:off x="1790700" y="5153025"/>
            <a:ext cx="3051721" cy="647700"/>
          </a:xfrm>
          <a:prstGeom prst="roundRect">
            <a:avLst>
              <a:gd name="adj" fmla="val 7353"/>
            </a:avLst>
          </a:prstGeom>
          <a:solidFill>
            <a:srgbClr val="232350"/>
          </a:solidFill>
          <a:ln w="9525">
            <a:solidFill>
              <a:srgbClr val="34346A"/>
            </a:solidFill>
            <a:prstDash val="solid"/>
          </a:ln>
        </p:spPr>
      </p:sp>
      <p:sp>
        <p:nvSpPr>
          <p:cNvPr id="56" name="Text 54"/>
          <p:cNvSpPr/>
          <p:nvPr/>
        </p:nvSpPr>
        <p:spPr>
          <a:xfrm>
            <a:off x="309741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な</a:t>
            </a:r>
            <a:endParaRPr lang="en-US" sz="3450" dirty="0"/>
          </a:p>
        </p:txBody>
      </p:sp>
      <p:sp>
        <p:nvSpPr>
          <p:cNvPr id="57" name="Shape 55"/>
          <p:cNvSpPr/>
          <p:nvPr/>
        </p:nvSpPr>
        <p:spPr>
          <a:xfrm>
            <a:off x="4937671" y="5153025"/>
            <a:ext cx="3051870" cy="647700"/>
          </a:xfrm>
          <a:prstGeom prst="roundRect">
            <a:avLst>
              <a:gd name="adj" fmla="val 7353"/>
            </a:avLst>
          </a:prstGeom>
          <a:solidFill>
            <a:srgbClr val="232350"/>
          </a:solidFill>
          <a:ln w="9525">
            <a:solidFill>
              <a:srgbClr val="34346A"/>
            </a:solidFill>
            <a:prstDash val="solid"/>
          </a:ln>
        </p:spPr>
      </p:sp>
      <p:sp>
        <p:nvSpPr>
          <p:cNvPr id="58" name="Text 56"/>
          <p:cNvSpPr/>
          <p:nvPr/>
        </p:nvSpPr>
        <p:spPr>
          <a:xfrm>
            <a:off x="6244530"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に</a:t>
            </a:r>
            <a:endParaRPr lang="en-US" sz="3450" dirty="0"/>
          </a:p>
        </p:txBody>
      </p:sp>
      <p:sp>
        <p:nvSpPr>
          <p:cNvPr id="59" name="Shape 57"/>
          <p:cNvSpPr/>
          <p:nvPr/>
        </p:nvSpPr>
        <p:spPr>
          <a:xfrm>
            <a:off x="8084790" y="5153025"/>
            <a:ext cx="3051721" cy="647700"/>
          </a:xfrm>
          <a:prstGeom prst="roundRect">
            <a:avLst>
              <a:gd name="adj" fmla="val 7353"/>
            </a:avLst>
          </a:prstGeom>
          <a:solidFill>
            <a:srgbClr val="232350"/>
          </a:solidFill>
          <a:ln w="9525">
            <a:solidFill>
              <a:srgbClr val="34346A"/>
            </a:solidFill>
            <a:prstDash val="solid"/>
          </a:ln>
        </p:spPr>
      </p:sp>
      <p:sp>
        <p:nvSpPr>
          <p:cNvPr id="60" name="Text 58"/>
          <p:cNvSpPr/>
          <p:nvPr/>
        </p:nvSpPr>
        <p:spPr>
          <a:xfrm>
            <a:off x="939150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ぬ</a:t>
            </a:r>
            <a:endParaRPr lang="en-US" sz="3450" dirty="0"/>
          </a:p>
        </p:txBody>
      </p:sp>
      <p:sp>
        <p:nvSpPr>
          <p:cNvPr id="61" name="Shape 59"/>
          <p:cNvSpPr/>
          <p:nvPr/>
        </p:nvSpPr>
        <p:spPr>
          <a:xfrm>
            <a:off x="11231761" y="5153025"/>
            <a:ext cx="3051870" cy="647700"/>
          </a:xfrm>
          <a:prstGeom prst="roundRect">
            <a:avLst>
              <a:gd name="adj" fmla="val 7353"/>
            </a:avLst>
          </a:prstGeom>
          <a:solidFill>
            <a:srgbClr val="232350"/>
          </a:solidFill>
          <a:ln w="9525">
            <a:solidFill>
              <a:srgbClr val="34346A"/>
            </a:solidFill>
            <a:prstDash val="solid"/>
          </a:ln>
        </p:spPr>
      </p:sp>
      <p:sp>
        <p:nvSpPr>
          <p:cNvPr id="62" name="Text 60"/>
          <p:cNvSpPr/>
          <p:nvPr/>
        </p:nvSpPr>
        <p:spPr>
          <a:xfrm>
            <a:off x="1253862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ね</a:t>
            </a:r>
            <a:endParaRPr lang="en-US" sz="3450" dirty="0"/>
          </a:p>
        </p:txBody>
      </p:sp>
      <p:sp>
        <p:nvSpPr>
          <p:cNvPr id="63" name="Shape 61"/>
          <p:cNvSpPr/>
          <p:nvPr/>
        </p:nvSpPr>
        <p:spPr>
          <a:xfrm>
            <a:off x="14378880" y="5153025"/>
            <a:ext cx="3051721" cy="647700"/>
          </a:xfrm>
          <a:prstGeom prst="roundRect">
            <a:avLst>
              <a:gd name="adj" fmla="val 7353"/>
            </a:avLst>
          </a:prstGeom>
          <a:solidFill>
            <a:srgbClr val="232350"/>
          </a:solidFill>
          <a:ln w="9525">
            <a:solidFill>
              <a:srgbClr val="34346A"/>
            </a:solidFill>
            <a:prstDash val="solid"/>
          </a:ln>
        </p:spPr>
      </p:sp>
      <p:sp>
        <p:nvSpPr>
          <p:cNvPr id="64" name="Text 62"/>
          <p:cNvSpPr/>
          <p:nvPr/>
        </p:nvSpPr>
        <p:spPr>
          <a:xfrm>
            <a:off x="1568559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の</a:t>
            </a:r>
            <a:endParaRPr lang="en-US" sz="3450" dirty="0"/>
          </a:p>
        </p:txBody>
      </p:sp>
      <p:sp>
        <p:nvSpPr>
          <p:cNvPr id="65" name="Text 63"/>
          <p:cNvSpPr/>
          <p:nvPr/>
        </p:nvSpPr>
        <p:spPr>
          <a:xfrm>
            <a:off x="1167557" y="6048375"/>
            <a:ext cx="293638"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H</a:t>
            </a:r>
            <a:endParaRPr lang="en-US" sz="2100" dirty="0"/>
          </a:p>
        </p:txBody>
      </p:sp>
      <p:sp>
        <p:nvSpPr>
          <p:cNvPr id="66" name="Shape 64"/>
          <p:cNvSpPr/>
          <p:nvPr/>
        </p:nvSpPr>
        <p:spPr>
          <a:xfrm>
            <a:off x="1790700" y="5876925"/>
            <a:ext cx="3051721" cy="647700"/>
          </a:xfrm>
          <a:prstGeom prst="roundRect">
            <a:avLst>
              <a:gd name="adj" fmla="val 7353"/>
            </a:avLst>
          </a:prstGeom>
          <a:solidFill>
            <a:srgbClr val="232350"/>
          </a:solidFill>
          <a:ln w="9525">
            <a:solidFill>
              <a:srgbClr val="34346A"/>
            </a:solidFill>
            <a:prstDash val="solid"/>
          </a:ln>
        </p:spPr>
      </p:sp>
      <p:sp>
        <p:nvSpPr>
          <p:cNvPr id="67" name="Text 65"/>
          <p:cNvSpPr/>
          <p:nvPr/>
        </p:nvSpPr>
        <p:spPr>
          <a:xfrm>
            <a:off x="309741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は</a:t>
            </a:r>
            <a:endParaRPr lang="en-US" sz="3450" dirty="0"/>
          </a:p>
        </p:txBody>
      </p:sp>
      <p:sp>
        <p:nvSpPr>
          <p:cNvPr id="68" name="Shape 66"/>
          <p:cNvSpPr/>
          <p:nvPr/>
        </p:nvSpPr>
        <p:spPr>
          <a:xfrm>
            <a:off x="4937671" y="5876925"/>
            <a:ext cx="3051870" cy="647700"/>
          </a:xfrm>
          <a:prstGeom prst="roundRect">
            <a:avLst>
              <a:gd name="adj" fmla="val 7353"/>
            </a:avLst>
          </a:prstGeom>
          <a:solidFill>
            <a:srgbClr val="232350"/>
          </a:solidFill>
          <a:ln w="9525">
            <a:solidFill>
              <a:srgbClr val="34346A"/>
            </a:solidFill>
            <a:prstDash val="solid"/>
          </a:ln>
        </p:spPr>
      </p:sp>
      <p:sp>
        <p:nvSpPr>
          <p:cNvPr id="69" name="Text 67"/>
          <p:cNvSpPr/>
          <p:nvPr/>
        </p:nvSpPr>
        <p:spPr>
          <a:xfrm>
            <a:off x="6244530"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ひ</a:t>
            </a:r>
            <a:endParaRPr lang="en-US" sz="3450" dirty="0"/>
          </a:p>
        </p:txBody>
      </p:sp>
      <p:sp>
        <p:nvSpPr>
          <p:cNvPr id="70" name="Shape 68"/>
          <p:cNvSpPr/>
          <p:nvPr/>
        </p:nvSpPr>
        <p:spPr>
          <a:xfrm>
            <a:off x="8084790" y="5876925"/>
            <a:ext cx="3051721" cy="647700"/>
          </a:xfrm>
          <a:prstGeom prst="roundRect">
            <a:avLst>
              <a:gd name="adj" fmla="val 7353"/>
            </a:avLst>
          </a:prstGeom>
          <a:solidFill>
            <a:srgbClr val="232350"/>
          </a:solidFill>
          <a:ln w="9525">
            <a:solidFill>
              <a:srgbClr val="34346A"/>
            </a:solidFill>
            <a:prstDash val="solid"/>
          </a:ln>
        </p:spPr>
      </p:sp>
      <p:sp>
        <p:nvSpPr>
          <p:cNvPr id="71" name="Text 69"/>
          <p:cNvSpPr/>
          <p:nvPr/>
        </p:nvSpPr>
        <p:spPr>
          <a:xfrm>
            <a:off x="939150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ふ</a:t>
            </a:r>
            <a:endParaRPr lang="en-US" sz="3450" dirty="0"/>
          </a:p>
        </p:txBody>
      </p:sp>
      <p:sp>
        <p:nvSpPr>
          <p:cNvPr id="72" name="Shape 70"/>
          <p:cNvSpPr/>
          <p:nvPr/>
        </p:nvSpPr>
        <p:spPr>
          <a:xfrm>
            <a:off x="11231761" y="5876925"/>
            <a:ext cx="3051870" cy="647700"/>
          </a:xfrm>
          <a:prstGeom prst="roundRect">
            <a:avLst>
              <a:gd name="adj" fmla="val 7353"/>
            </a:avLst>
          </a:prstGeom>
          <a:solidFill>
            <a:srgbClr val="232350"/>
          </a:solidFill>
          <a:ln w="9525">
            <a:solidFill>
              <a:srgbClr val="34346A"/>
            </a:solidFill>
            <a:prstDash val="solid"/>
          </a:ln>
        </p:spPr>
      </p:sp>
      <p:sp>
        <p:nvSpPr>
          <p:cNvPr id="73" name="Text 71"/>
          <p:cNvSpPr/>
          <p:nvPr/>
        </p:nvSpPr>
        <p:spPr>
          <a:xfrm>
            <a:off x="1253862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へ</a:t>
            </a:r>
            <a:endParaRPr lang="en-US" sz="3450" dirty="0"/>
          </a:p>
        </p:txBody>
      </p:sp>
      <p:sp>
        <p:nvSpPr>
          <p:cNvPr id="74" name="Shape 72"/>
          <p:cNvSpPr/>
          <p:nvPr/>
        </p:nvSpPr>
        <p:spPr>
          <a:xfrm>
            <a:off x="14378880" y="5876925"/>
            <a:ext cx="3051721" cy="647700"/>
          </a:xfrm>
          <a:prstGeom prst="roundRect">
            <a:avLst>
              <a:gd name="adj" fmla="val 7353"/>
            </a:avLst>
          </a:prstGeom>
          <a:solidFill>
            <a:srgbClr val="232350"/>
          </a:solidFill>
          <a:ln w="9525">
            <a:solidFill>
              <a:srgbClr val="34346A"/>
            </a:solidFill>
            <a:prstDash val="solid"/>
          </a:ln>
        </p:spPr>
      </p:sp>
      <p:sp>
        <p:nvSpPr>
          <p:cNvPr id="75" name="Text 73"/>
          <p:cNvSpPr/>
          <p:nvPr/>
        </p:nvSpPr>
        <p:spPr>
          <a:xfrm>
            <a:off x="1568559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ほ</a:t>
            </a:r>
            <a:endParaRPr lang="en-US" sz="3450" dirty="0"/>
          </a:p>
        </p:txBody>
      </p:sp>
      <p:sp>
        <p:nvSpPr>
          <p:cNvPr id="76" name="Text 74"/>
          <p:cNvSpPr/>
          <p:nvPr/>
        </p:nvSpPr>
        <p:spPr>
          <a:xfrm>
            <a:off x="1152674" y="6772275"/>
            <a:ext cx="323552"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M</a:t>
            </a:r>
            <a:endParaRPr lang="en-US" sz="2100" dirty="0"/>
          </a:p>
        </p:txBody>
      </p:sp>
      <p:sp>
        <p:nvSpPr>
          <p:cNvPr id="77" name="Shape 75"/>
          <p:cNvSpPr/>
          <p:nvPr/>
        </p:nvSpPr>
        <p:spPr>
          <a:xfrm>
            <a:off x="1790700" y="6600825"/>
            <a:ext cx="3051721" cy="647700"/>
          </a:xfrm>
          <a:prstGeom prst="roundRect">
            <a:avLst>
              <a:gd name="adj" fmla="val 7353"/>
            </a:avLst>
          </a:prstGeom>
          <a:solidFill>
            <a:srgbClr val="232350"/>
          </a:solidFill>
          <a:ln w="9525">
            <a:solidFill>
              <a:srgbClr val="34346A"/>
            </a:solidFill>
            <a:prstDash val="solid"/>
          </a:ln>
        </p:spPr>
      </p:sp>
      <p:sp>
        <p:nvSpPr>
          <p:cNvPr id="78" name="Text 76"/>
          <p:cNvSpPr/>
          <p:nvPr/>
        </p:nvSpPr>
        <p:spPr>
          <a:xfrm>
            <a:off x="309741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ま</a:t>
            </a:r>
            <a:endParaRPr lang="en-US" sz="3450" dirty="0"/>
          </a:p>
        </p:txBody>
      </p:sp>
      <p:sp>
        <p:nvSpPr>
          <p:cNvPr id="79" name="Shape 77"/>
          <p:cNvSpPr/>
          <p:nvPr/>
        </p:nvSpPr>
        <p:spPr>
          <a:xfrm>
            <a:off x="4937671" y="6600825"/>
            <a:ext cx="3051870" cy="647700"/>
          </a:xfrm>
          <a:prstGeom prst="roundRect">
            <a:avLst>
              <a:gd name="adj" fmla="val 7353"/>
            </a:avLst>
          </a:prstGeom>
          <a:solidFill>
            <a:srgbClr val="232350"/>
          </a:solidFill>
          <a:ln w="9525">
            <a:solidFill>
              <a:srgbClr val="34346A"/>
            </a:solidFill>
            <a:prstDash val="solid"/>
          </a:ln>
        </p:spPr>
      </p:sp>
      <p:sp>
        <p:nvSpPr>
          <p:cNvPr id="80" name="Text 78"/>
          <p:cNvSpPr/>
          <p:nvPr/>
        </p:nvSpPr>
        <p:spPr>
          <a:xfrm>
            <a:off x="6244530"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み</a:t>
            </a:r>
            <a:endParaRPr lang="en-US" sz="3450" dirty="0"/>
          </a:p>
        </p:txBody>
      </p:sp>
      <p:sp>
        <p:nvSpPr>
          <p:cNvPr id="81" name="Shape 79"/>
          <p:cNvSpPr/>
          <p:nvPr/>
        </p:nvSpPr>
        <p:spPr>
          <a:xfrm>
            <a:off x="8084790" y="6600825"/>
            <a:ext cx="3051721" cy="647700"/>
          </a:xfrm>
          <a:prstGeom prst="roundRect">
            <a:avLst>
              <a:gd name="adj" fmla="val 7353"/>
            </a:avLst>
          </a:prstGeom>
          <a:solidFill>
            <a:srgbClr val="232350"/>
          </a:solidFill>
          <a:ln w="9525">
            <a:solidFill>
              <a:srgbClr val="34346A"/>
            </a:solidFill>
            <a:prstDash val="solid"/>
          </a:ln>
        </p:spPr>
      </p:sp>
      <p:sp>
        <p:nvSpPr>
          <p:cNvPr id="82" name="Text 80"/>
          <p:cNvSpPr/>
          <p:nvPr/>
        </p:nvSpPr>
        <p:spPr>
          <a:xfrm>
            <a:off x="939150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む</a:t>
            </a:r>
            <a:endParaRPr lang="en-US" sz="3450" dirty="0"/>
          </a:p>
        </p:txBody>
      </p:sp>
      <p:sp>
        <p:nvSpPr>
          <p:cNvPr id="83" name="Shape 81"/>
          <p:cNvSpPr/>
          <p:nvPr/>
        </p:nvSpPr>
        <p:spPr>
          <a:xfrm>
            <a:off x="11231761" y="6600825"/>
            <a:ext cx="3051870" cy="647700"/>
          </a:xfrm>
          <a:prstGeom prst="roundRect">
            <a:avLst>
              <a:gd name="adj" fmla="val 7353"/>
            </a:avLst>
          </a:prstGeom>
          <a:solidFill>
            <a:srgbClr val="232350"/>
          </a:solidFill>
          <a:ln w="9525">
            <a:solidFill>
              <a:srgbClr val="34346A"/>
            </a:solidFill>
            <a:prstDash val="solid"/>
          </a:ln>
        </p:spPr>
      </p:sp>
      <p:sp>
        <p:nvSpPr>
          <p:cNvPr id="84" name="Text 82"/>
          <p:cNvSpPr/>
          <p:nvPr/>
        </p:nvSpPr>
        <p:spPr>
          <a:xfrm>
            <a:off x="1253862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め</a:t>
            </a:r>
            <a:endParaRPr lang="en-US" sz="3450" dirty="0"/>
          </a:p>
        </p:txBody>
      </p:sp>
      <p:sp>
        <p:nvSpPr>
          <p:cNvPr id="85" name="Shape 83"/>
          <p:cNvSpPr/>
          <p:nvPr/>
        </p:nvSpPr>
        <p:spPr>
          <a:xfrm>
            <a:off x="14378880" y="6600825"/>
            <a:ext cx="3051721" cy="647700"/>
          </a:xfrm>
          <a:prstGeom prst="roundRect">
            <a:avLst>
              <a:gd name="adj" fmla="val 7353"/>
            </a:avLst>
          </a:prstGeom>
          <a:solidFill>
            <a:srgbClr val="232350"/>
          </a:solidFill>
          <a:ln w="9525">
            <a:solidFill>
              <a:srgbClr val="34346A"/>
            </a:solidFill>
            <a:prstDash val="solid"/>
          </a:ln>
        </p:spPr>
      </p:sp>
      <p:sp>
        <p:nvSpPr>
          <p:cNvPr id="86" name="Text 84"/>
          <p:cNvSpPr/>
          <p:nvPr/>
        </p:nvSpPr>
        <p:spPr>
          <a:xfrm>
            <a:off x="1568559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も</a:t>
            </a:r>
            <a:endParaRPr lang="en-US" sz="3450" dirty="0"/>
          </a:p>
        </p:txBody>
      </p:sp>
      <p:sp>
        <p:nvSpPr>
          <p:cNvPr id="87" name="Text 85"/>
          <p:cNvSpPr/>
          <p:nvPr/>
        </p:nvSpPr>
        <p:spPr>
          <a:xfrm>
            <a:off x="1194197" y="7496175"/>
            <a:ext cx="240357"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Y</a:t>
            </a:r>
            <a:endParaRPr lang="en-US" sz="2100" dirty="0"/>
          </a:p>
        </p:txBody>
      </p:sp>
      <p:sp>
        <p:nvSpPr>
          <p:cNvPr id="88" name="Shape 86"/>
          <p:cNvSpPr/>
          <p:nvPr/>
        </p:nvSpPr>
        <p:spPr>
          <a:xfrm>
            <a:off x="1790700" y="7324725"/>
            <a:ext cx="3051721" cy="647700"/>
          </a:xfrm>
          <a:prstGeom prst="roundRect">
            <a:avLst>
              <a:gd name="adj" fmla="val 7353"/>
            </a:avLst>
          </a:prstGeom>
          <a:solidFill>
            <a:srgbClr val="232350"/>
          </a:solidFill>
          <a:ln w="9525">
            <a:solidFill>
              <a:srgbClr val="34346A"/>
            </a:solidFill>
            <a:prstDash val="solid"/>
          </a:ln>
        </p:spPr>
      </p:sp>
      <p:sp>
        <p:nvSpPr>
          <p:cNvPr id="89" name="Text 87"/>
          <p:cNvSpPr/>
          <p:nvPr/>
        </p:nvSpPr>
        <p:spPr>
          <a:xfrm>
            <a:off x="3097411" y="73342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や</a:t>
            </a:r>
            <a:endParaRPr lang="en-US" sz="3450" dirty="0"/>
          </a:p>
        </p:txBody>
      </p:sp>
      <p:sp>
        <p:nvSpPr>
          <p:cNvPr id="90" name="Shape 88"/>
          <p:cNvSpPr/>
          <p:nvPr/>
        </p:nvSpPr>
        <p:spPr>
          <a:xfrm>
            <a:off x="4937671" y="7324725"/>
            <a:ext cx="3051870" cy="647700"/>
          </a:xfrm>
          <a:prstGeom prst="roundRect">
            <a:avLst>
              <a:gd name="adj" fmla="val 7353"/>
            </a:avLst>
          </a:prstGeom>
          <a:solidFill>
            <a:srgbClr val="232350"/>
          </a:solidFill>
          <a:ln w="9525">
            <a:solidFill>
              <a:srgbClr val="34346A"/>
            </a:solidFill>
            <a:prstDash val="solid"/>
          </a:ln>
        </p:spPr>
      </p:sp>
      <p:sp>
        <p:nvSpPr>
          <p:cNvPr id="91" name="Shape 89"/>
          <p:cNvSpPr/>
          <p:nvPr/>
        </p:nvSpPr>
        <p:spPr>
          <a:xfrm>
            <a:off x="8084790" y="7324725"/>
            <a:ext cx="3051721" cy="647700"/>
          </a:xfrm>
          <a:prstGeom prst="roundRect">
            <a:avLst>
              <a:gd name="adj" fmla="val 7353"/>
            </a:avLst>
          </a:prstGeom>
          <a:solidFill>
            <a:srgbClr val="232350"/>
          </a:solidFill>
          <a:ln w="9525">
            <a:solidFill>
              <a:srgbClr val="34346A"/>
            </a:solidFill>
            <a:prstDash val="solid"/>
          </a:ln>
        </p:spPr>
      </p:sp>
      <p:sp>
        <p:nvSpPr>
          <p:cNvPr id="92" name="Text 90"/>
          <p:cNvSpPr/>
          <p:nvPr/>
        </p:nvSpPr>
        <p:spPr>
          <a:xfrm>
            <a:off x="9391501" y="73342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ゆ</a:t>
            </a:r>
            <a:endParaRPr lang="en-US" sz="3450" dirty="0"/>
          </a:p>
        </p:txBody>
      </p:sp>
      <p:sp>
        <p:nvSpPr>
          <p:cNvPr id="93" name="Shape 91"/>
          <p:cNvSpPr/>
          <p:nvPr/>
        </p:nvSpPr>
        <p:spPr>
          <a:xfrm>
            <a:off x="11231761" y="7324725"/>
            <a:ext cx="3051870" cy="647700"/>
          </a:xfrm>
          <a:prstGeom prst="roundRect">
            <a:avLst>
              <a:gd name="adj" fmla="val 7353"/>
            </a:avLst>
          </a:prstGeom>
          <a:solidFill>
            <a:srgbClr val="232350"/>
          </a:solidFill>
          <a:ln w="9525">
            <a:solidFill>
              <a:srgbClr val="34346A"/>
            </a:solidFill>
            <a:prstDash val="solid"/>
          </a:ln>
        </p:spPr>
      </p:sp>
      <p:sp>
        <p:nvSpPr>
          <p:cNvPr id="94" name="Shape 92"/>
          <p:cNvSpPr/>
          <p:nvPr/>
        </p:nvSpPr>
        <p:spPr>
          <a:xfrm>
            <a:off x="14378880" y="7324725"/>
            <a:ext cx="3051721" cy="647700"/>
          </a:xfrm>
          <a:prstGeom prst="roundRect">
            <a:avLst>
              <a:gd name="adj" fmla="val 7353"/>
            </a:avLst>
          </a:prstGeom>
          <a:solidFill>
            <a:srgbClr val="232350"/>
          </a:solidFill>
          <a:ln w="9525">
            <a:solidFill>
              <a:srgbClr val="34346A"/>
            </a:solidFill>
            <a:prstDash val="solid"/>
          </a:ln>
        </p:spPr>
      </p:sp>
      <p:sp>
        <p:nvSpPr>
          <p:cNvPr id="95" name="Text 93"/>
          <p:cNvSpPr/>
          <p:nvPr/>
        </p:nvSpPr>
        <p:spPr>
          <a:xfrm>
            <a:off x="15685591" y="73342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よ</a:t>
            </a:r>
            <a:endParaRPr lang="en-US" sz="3450" dirty="0"/>
          </a:p>
        </p:txBody>
      </p:sp>
      <p:sp>
        <p:nvSpPr>
          <p:cNvPr id="96" name="Text 94"/>
          <p:cNvSpPr/>
          <p:nvPr/>
        </p:nvSpPr>
        <p:spPr>
          <a:xfrm>
            <a:off x="1182737" y="8220075"/>
            <a:ext cx="263426"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R</a:t>
            </a:r>
            <a:endParaRPr lang="en-US" sz="2100" dirty="0"/>
          </a:p>
        </p:txBody>
      </p:sp>
      <p:sp>
        <p:nvSpPr>
          <p:cNvPr id="97" name="Shape 95"/>
          <p:cNvSpPr/>
          <p:nvPr/>
        </p:nvSpPr>
        <p:spPr>
          <a:xfrm>
            <a:off x="1790700" y="8048625"/>
            <a:ext cx="3051721" cy="647700"/>
          </a:xfrm>
          <a:prstGeom prst="roundRect">
            <a:avLst>
              <a:gd name="adj" fmla="val 7353"/>
            </a:avLst>
          </a:prstGeom>
          <a:solidFill>
            <a:srgbClr val="232350"/>
          </a:solidFill>
          <a:ln w="9525">
            <a:solidFill>
              <a:srgbClr val="34346A"/>
            </a:solidFill>
            <a:prstDash val="solid"/>
          </a:ln>
        </p:spPr>
      </p:sp>
      <p:sp>
        <p:nvSpPr>
          <p:cNvPr id="98" name="Text 96"/>
          <p:cNvSpPr/>
          <p:nvPr/>
        </p:nvSpPr>
        <p:spPr>
          <a:xfrm>
            <a:off x="309741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ら</a:t>
            </a:r>
            <a:endParaRPr lang="en-US" sz="3450" dirty="0"/>
          </a:p>
        </p:txBody>
      </p:sp>
      <p:sp>
        <p:nvSpPr>
          <p:cNvPr id="99" name="Shape 97"/>
          <p:cNvSpPr/>
          <p:nvPr/>
        </p:nvSpPr>
        <p:spPr>
          <a:xfrm>
            <a:off x="4937671" y="8048625"/>
            <a:ext cx="3051870" cy="647700"/>
          </a:xfrm>
          <a:prstGeom prst="roundRect">
            <a:avLst>
              <a:gd name="adj" fmla="val 7353"/>
            </a:avLst>
          </a:prstGeom>
          <a:solidFill>
            <a:srgbClr val="232350"/>
          </a:solidFill>
          <a:ln w="9525">
            <a:solidFill>
              <a:srgbClr val="34346A"/>
            </a:solidFill>
            <a:prstDash val="solid"/>
          </a:ln>
        </p:spPr>
      </p:sp>
      <p:sp>
        <p:nvSpPr>
          <p:cNvPr id="100" name="Text 98"/>
          <p:cNvSpPr/>
          <p:nvPr/>
        </p:nvSpPr>
        <p:spPr>
          <a:xfrm>
            <a:off x="6244530"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り</a:t>
            </a:r>
            <a:endParaRPr lang="en-US" sz="3450" dirty="0"/>
          </a:p>
        </p:txBody>
      </p:sp>
      <p:sp>
        <p:nvSpPr>
          <p:cNvPr id="101" name="Shape 99"/>
          <p:cNvSpPr/>
          <p:nvPr/>
        </p:nvSpPr>
        <p:spPr>
          <a:xfrm>
            <a:off x="8084790" y="8048625"/>
            <a:ext cx="3051721" cy="647700"/>
          </a:xfrm>
          <a:prstGeom prst="roundRect">
            <a:avLst>
              <a:gd name="adj" fmla="val 7353"/>
            </a:avLst>
          </a:prstGeom>
          <a:solidFill>
            <a:srgbClr val="232350"/>
          </a:solidFill>
          <a:ln w="9525">
            <a:solidFill>
              <a:srgbClr val="34346A"/>
            </a:solidFill>
            <a:prstDash val="solid"/>
          </a:ln>
        </p:spPr>
      </p:sp>
      <p:sp>
        <p:nvSpPr>
          <p:cNvPr id="102" name="Text 100"/>
          <p:cNvSpPr/>
          <p:nvPr/>
        </p:nvSpPr>
        <p:spPr>
          <a:xfrm>
            <a:off x="939150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る</a:t>
            </a:r>
            <a:endParaRPr lang="en-US" sz="3450" dirty="0"/>
          </a:p>
        </p:txBody>
      </p:sp>
      <p:sp>
        <p:nvSpPr>
          <p:cNvPr id="103" name="Shape 101"/>
          <p:cNvSpPr/>
          <p:nvPr/>
        </p:nvSpPr>
        <p:spPr>
          <a:xfrm>
            <a:off x="11231761" y="8048625"/>
            <a:ext cx="3051870" cy="647700"/>
          </a:xfrm>
          <a:prstGeom prst="roundRect">
            <a:avLst>
              <a:gd name="adj" fmla="val 7353"/>
            </a:avLst>
          </a:prstGeom>
          <a:solidFill>
            <a:srgbClr val="232350"/>
          </a:solidFill>
          <a:ln w="9525">
            <a:solidFill>
              <a:srgbClr val="34346A"/>
            </a:solidFill>
            <a:prstDash val="solid"/>
          </a:ln>
        </p:spPr>
      </p:sp>
      <p:sp>
        <p:nvSpPr>
          <p:cNvPr id="104" name="Text 102"/>
          <p:cNvSpPr/>
          <p:nvPr/>
        </p:nvSpPr>
        <p:spPr>
          <a:xfrm>
            <a:off x="1253862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れ</a:t>
            </a:r>
            <a:endParaRPr lang="en-US" sz="3450" dirty="0"/>
          </a:p>
        </p:txBody>
      </p:sp>
      <p:sp>
        <p:nvSpPr>
          <p:cNvPr id="105" name="Shape 103"/>
          <p:cNvSpPr/>
          <p:nvPr/>
        </p:nvSpPr>
        <p:spPr>
          <a:xfrm>
            <a:off x="14378880" y="8048625"/>
            <a:ext cx="3051721" cy="647700"/>
          </a:xfrm>
          <a:prstGeom prst="roundRect">
            <a:avLst>
              <a:gd name="adj" fmla="val 7353"/>
            </a:avLst>
          </a:prstGeom>
          <a:solidFill>
            <a:srgbClr val="232350"/>
          </a:solidFill>
          <a:ln w="9525">
            <a:solidFill>
              <a:srgbClr val="34346A"/>
            </a:solidFill>
            <a:prstDash val="solid"/>
          </a:ln>
        </p:spPr>
      </p:sp>
      <p:sp>
        <p:nvSpPr>
          <p:cNvPr id="106" name="Text 104"/>
          <p:cNvSpPr/>
          <p:nvPr/>
        </p:nvSpPr>
        <p:spPr>
          <a:xfrm>
            <a:off x="1568559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ろ</a:t>
            </a:r>
            <a:endParaRPr lang="en-US" sz="3450" dirty="0"/>
          </a:p>
        </p:txBody>
      </p:sp>
      <p:sp>
        <p:nvSpPr>
          <p:cNvPr id="107" name="Text 105"/>
          <p:cNvSpPr/>
          <p:nvPr/>
        </p:nvSpPr>
        <p:spPr>
          <a:xfrm>
            <a:off x="1146125" y="8943975"/>
            <a:ext cx="336500"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W</a:t>
            </a:r>
            <a:endParaRPr lang="en-US" sz="2100" dirty="0"/>
          </a:p>
        </p:txBody>
      </p:sp>
      <p:sp>
        <p:nvSpPr>
          <p:cNvPr id="108" name="Shape 106"/>
          <p:cNvSpPr/>
          <p:nvPr/>
        </p:nvSpPr>
        <p:spPr>
          <a:xfrm>
            <a:off x="1790700" y="8772525"/>
            <a:ext cx="3051721" cy="647700"/>
          </a:xfrm>
          <a:prstGeom prst="roundRect">
            <a:avLst>
              <a:gd name="adj" fmla="val 7353"/>
            </a:avLst>
          </a:prstGeom>
          <a:solidFill>
            <a:srgbClr val="232350"/>
          </a:solidFill>
          <a:ln w="9525">
            <a:solidFill>
              <a:srgbClr val="34346A"/>
            </a:solidFill>
            <a:prstDash val="solid"/>
          </a:ln>
        </p:spPr>
      </p:sp>
      <p:sp>
        <p:nvSpPr>
          <p:cNvPr id="109" name="Text 107"/>
          <p:cNvSpPr/>
          <p:nvPr/>
        </p:nvSpPr>
        <p:spPr>
          <a:xfrm>
            <a:off x="3097411" y="87820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わ</a:t>
            </a:r>
            <a:endParaRPr lang="en-US" sz="3450" dirty="0"/>
          </a:p>
        </p:txBody>
      </p:sp>
      <p:sp>
        <p:nvSpPr>
          <p:cNvPr id="110" name="Shape 108"/>
          <p:cNvSpPr/>
          <p:nvPr/>
        </p:nvSpPr>
        <p:spPr>
          <a:xfrm>
            <a:off x="4937671" y="8772525"/>
            <a:ext cx="3051870" cy="647700"/>
          </a:xfrm>
          <a:prstGeom prst="roundRect">
            <a:avLst>
              <a:gd name="adj" fmla="val 7353"/>
            </a:avLst>
          </a:prstGeom>
          <a:solidFill>
            <a:srgbClr val="232350"/>
          </a:solidFill>
          <a:ln w="9525">
            <a:solidFill>
              <a:srgbClr val="34346A"/>
            </a:solidFill>
            <a:prstDash val="solid"/>
          </a:ln>
        </p:spPr>
      </p:sp>
      <p:sp>
        <p:nvSpPr>
          <p:cNvPr id="111" name="Shape 109"/>
          <p:cNvSpPr/>
          <p:nvPr/>
        </p:nvSpPr>
        <p:spPr>
          <a:xfrm>
            <a:off x="8084790" y="8772525"/>
            <a:ext cx="3051721" cy="647700"/>
          </a:xfrm>
          <a:prstGeom prst="roundRect">
            <a:avLst>
              <a:gd name="adj" fmla="val 7353"/>
            </a:avLst>
          </a:prstGeom>
          <a:solidFill>
            <a:srgbClr val="232350"/>
          </a:solidFill>
          <a:ln w="9525">
            <a:solidFill>
              <a:srgbClr val="34346A"/>
            </a:solidFill>
            <a:prstDash val="solid"/>
          </a:ln>
        </p:spPr>
      </p:sp>
      <p:sp>
        <p:nvSpPr>
          <p:cNvPr id="112" name="Shape 110"/>
          <p:cNvSpPr/>
          <p:nvPr/>
        </p:nvSpPr>
        <p:spPr>
          <a:xfrm>
            <a:off x="11231761" y="8772525"/>
            <a:ext cx="3051870" cy="647700"/>
          </a:xfrm>
          <a:prstGeom prst="roundRect">
            <a:avLst>
              <a:gd name="adj" fmla="val 7353"/>
            </a:avLst>
          </a:prstGeom>
          <a:solidFill>
            <a:srgbClr val="232350"/>
          </a:solidFill>
          <a:ln w="9525">
            <a:solidFill>
              <a:srgbClr val="34346A"/>
            </a:solidFill>
            <a:prstDash val="solid"/>
          </a:ln>
        </p:spPr>
      </p:sp>
      <p:sp>
        <p:nvSpPr>
          <p:cNvPr id="113" name="Shape 111"/>
          <p:cNvSpPr/>
          <p:nvPr/>
        </p:nvSpPr>
        <p:spPr>
          <a:xfrm>
            <a:off x="14378880" y="8772525"/>
            <a:ext cx="3051721" cy="647700"/>
          </a:xfrm>
          <a:prstGeom prst="roundRect">
            <a:avLst>
              <a:gd name="adj" fmla="val 7353"/>
            </a:avLst>
          </a:prstGeom>
          <a:solidFill>
            <a:srgbClr val="232350"/>
          </a:solidFill>
          <a:ln w="9525">
            <a:solidFill>
              <a:srgbClr val="34346A"/>
            </a:solidFill>
            <a:prstDash val="solid"/>
          </a:ln>
        </p:spPr>
      </p:sp>
      <p:sp>
        <p:nvSpPr>
          <p:cNvPr id="114" name="Text 112"/>
          <p:cNvSpPr/>
          <p:nvPr/>
        </p:nvSpPr>
        <p:spPr>
          <a:xfrm>
            <a:off x="15685591" y="87820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を</a:t>
            </a:r>
            <a:endParaRPr lang="en-US" sz="3450" dirty="0"/>
          </a:p>
        </p:txBody>
      </p:sp>
      <p:sp>
        <p:nvSpPr>
          <p:cNvPr id="115" name="Text 113"/>
          <p:cNvSpPr/>
          <p:nvPr/>
        </p:nvSpPr>
        <p:spPr>
          <a:xfrm>
            <a:off x="1173956" y="9667875"/>
            <a:ext cx="280839"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N</a:t>
            </a:r>
            <a:endParaRPr lang="en-US" sz="2100" dirty="0"/>
          </a:p>
        </p:txBody>
      </p:sp>
      <p:sp>
        <p:nvSpPr>
          <p:cNvPr id="116" name="Shape 114"/>
          <p:cNvSpPr/>
          <p:nvPr/>
        </p:nvSpPr>
        <p:spPr>
          <a:xfrm>
            <a:off x="1790700" y="9496425"/>
            <a:ext cx="3051721" cy="647700"/>
          </a:xfrm>
          <a:prstGeom prst="roundRect">
            <a:avLst>
              <a:gd name="adj" fmla="val 7353"/>
            </a:avLst>
          </a:prstGeom>
          <a:solidFill>
            <a:srgbClr val="232350"/>
          </a:solidFill>
          <a:ln w="9525">
            <a:solidFill>
              <a:srgbClr val="34346A"/>
            </a:solidFill>
            <a:prstDash val="solid"/>
          </a:ln>
        </p:spPr>
      </p:sp>
      <p:sp>
        <p:nvSpPr>
          <p:cNvPr id="117" name="Text 115"/>
          <p:cNvSpPr/>
          <p:nvPr/>
        </p:nvSpPr>
        <p:spPr>
          <a:xfrm>
            <a:off x="3097411" y="9505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ん</a:t>
            </a:r>
            <a:endParaRPr lang="en-US" sz="3450" dirty="0"/>
          </a:p>
        </p:txBody>
      </p:sp>
      <p:sp>
        <p:nvSpPr>
          <p:cNvPr id="118" name="Shape 116"/>
          <p:cNvSpPr/>
          <p:nvPr/>
        </p:nvSpPr>
        <p:spPr>
          <a:xfrm>
            <a:off x="4937671" y="9496425"/>
            <a:ext cx="3051870" cy="647700"/>
          </a:xfrm>
          <a:prstGeom prst="roundRect">
            <a:avLst>
              <a:gd name="adj" fmla="val 7353"/>
            </a:avLst>
          </a:prstGeom>
          <a:solidFill>
            <a:srgbClr val="232350"/>
          </a:solidFill>
          <a:ln w="9525">
            <a:solidFill>
              <a:srgbClr val="34346A"/>
            </a:solidFill>
            <a:prstDash val="solid"/>
          </a:ln>
        </p:spPr>
      </p:sp>
      <p:sp>
        <p:nvSpPr>
          <p:cNvPr id="119" name="Shape 117"/>
          <p:cNvSpPr/>
          <p:nvPr/>
        </p:nvSpPr>
        <p:spPr>
          <a:xfrm>
            <a:off x="8084790" y="9496425"/>
            <a:ext cx="3051721" cy="647700"/>
          </a:xfrm>
          <a:prstGeom prst="roundRect">
            <a:avLst>
              <a:gd name="adj" fmla="val 7353"/>
            </a:avLst>
          </a:prstGeom>
          <a:solidFill>
            <a:srgbClr val="232350"/>
          </a:solidFill>
          <a:ln w="9525">
            <a:solidFill>
              <a:srgbClr val="34346A"/>
            </a:solidFill>
            <a:prstDash val="solid"/>
          </a:ln>
        </p:spPr>
      </p:sp>
      <p:sp>
        <p:nvSpPr>
          <p:cNvPr id="120" name="Shape 118"/>
          <p:cNvSpPr/>
          <p:nvPr/>
        </p:nvSpPr>
        <p:spPr>
          <a:xfrm>
            <a:off x="11231761" y="9496425"/>
            <a:ext cx="3051870" cy="647700"/>
          </a:xfrm>
          <a:prstGeom prst="roundRect">
            <a:avLst>
              <a:gd name="adj" fmla="val 7353"/>
            </a:avLst>
          </a:prstGeom>
          <a:solidFill>
            <a:srgbClr val="232350"/>
          </a:solidFill>
          <a:ln w="9525">
            <a:solidFill>
              <a:srgbClr val="34346A"/>
            </a:solidFill>
            <a:prstDash val="solid"/>
          </a:ln>
        </p:spPr>
      </p:sp>
      <p:sp>
        <p:nvSpPr>
          <p:cNvPr id="121" name="Shape 119"/>
          <p:cNvSpPr/>
          <p:nvPr/>
        </p:nvSpPr>
        <p:spPr>
          <a:xfrm>
            <a:off x="14378880" y="9496425"/>
            <a:ext cx="3051721" cy="647700"/>
          </a:xfrm>
          <a:prstGeom prst="roundRect">
            <a:avLst>
              <a:gd name="adj" fmla="val 7353"/>
            </a:avLst>
          </a:prstGeom>
          <a:solidFill>
            <a:srgbClr val="232350"/>
          </a:solidFill>
          <a:ln w="9525">
            <a:solidFill>
              <a:srgbClr val="34346A"/>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857250" y="571500"/>
            <a:ext cx="5366608" cy="381000"/>
          </a:xfrm>
          <a:prstGeom prst="rect">
            <a:avLst/>
          </a:prstGeom>
          <a:noFill/>
          <a:ln/>
        </p:spPr>
        <p:txBody>
          <a:bodyPr wrap="square" lIns="25400" tIns="25400" rIns="25400" bIns="25400" rtlCol="0" anchor="t">
            <a:normAutofit/>
          </a:bodyPr>
          <a:lstStyle/>
          <a:p>
            <a:pPr algn="l" indent="0" marL="0">
              <a:buNone/>
            </a:pPr>
            <a:r>
              <a:rPr lang="en-US" sz="1800" b="1" spc="540" kern="0" dirty="0">
                <a:solidFill>
                  <a:srgbClr val="FFD700"/>
                </a:solidFill>
                <a:latin typeface="Arial" pitchFamily="34" charset="0"/>
                <a:ea typeface="Arial" pitchFamily="34" charset="-122"/>
                <a:cs typeface="Arial" pitchFamily="34" charset="-120"/>
              </a:rPr>
              <a:t>SECTION 2 · カタカナ</a:t>
            </a:r>
            <a:endParaRPr lang="en-US" sz="1800" dirty="0"/>
          </a:p>
        </p:txBody>
      </p:sp>
      <p:sp>
        <p:nvSpPr>
          <p:cNvPr id="3" name="Text 1"/>
          <p:cNvSpPr/>
          <p:nvPr/>
        </p:nvSpPr>
        <p:spPr>
          <a:xfrm>
            <a:off x="857250" y="971550"/>
            <a:ext cx="5366608" cy="666750"/>
          </a:xfrm>
          <a:prstGeom prst="rect">
            <a:avLst/>
          </a:prstGeom>
          <a:noFill/>
          <a:ln/>
        </p:spPr>
        <p:txBody>
          <a:bodyPr wrap="square" lIns="25400" tIns="25400" rIns="25400" bIns="25400" rtlCol="0" anchor="t">
            <a:normAutofit/>
          </a:bodyPr>
          <a:lstStyle/>
          <a:p>
            <a:pPr algn="l" indent="0" marL="0">
              <a:buNone/>
            </a:pPr>
            <a:r>
              <a:rPr lang="en-US" sz="4350" b="1" dirty="0">
                <a:solidFill>
                  <a:srgbClr val="F5F0EA"/>
                </a:solidFill>
                <a:latin typeface="Georgia" pitchFamily="34" charset="0"/>
                <a:ea typeface="Georgia" pitchFamily="34" charset="-122"/>
                <a:cs typeface="Georgia" pitchFamily="34" charset="-120"/>
              </a:rPr>
              <a:t>The Katakana Chart</a:t>
            </a:r>
            <a:endParaRPr lang="en-US" sz="4350" dirty="0"/>
          </a:p>
        </p:txBody>
      </p:sp>
      <p:sp>
        <p:nvSpPr>
          <p:cNvPr id="4" name="Text 2"/>
          <p:cNvSpPr/>
          <p:nvPr/>
        </p:nvSpPr>
        <p:spPr>
          <a:xfrm>
            <a:off x="16992600" y="971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FD700"/>
                </a:solidFill>
                <a:latin typeface="Georgia" pitchFamily="34" charset="0"/>
                <a:ea typeface="Georgia" pitchFamily="34" charset="-122"/>
                <a:cs typeface="Georgia" pitchFamily="34" charset="-120"/>
              </a:rPr>
              <a:t>ア</a:t>
            </a:r>
            <a:endParaRPr lang="en-US" sz="3450" dirty="0"/>
          </a:p>
        </p:txBody>
      </p:sp>
      <p:sp>
        <p:nvSpPr>
          <p:cNvPr id="5" name="Text 3"/>
          <p:cNvSpPr/>
          <p:nvPr/>
        </p:nvSpPr>
        <p:spPr>
          <a:xfrm>
            <a:off x="1638114" y="1847850"/>
            <a:ext cx="3356893"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a</a:t>
            </a:r>
            <a:endParaRPr lang="en-US" sz="2250" dirty="0"/>
          </a:p>
        </p:txBody>
      </p:sp>
      <p:sp>
        <p:nvSpPr>
          <p:cNvPr id="6" name="Text 4"/>
          <p:cNvSpPr/>
          <p:nvPr/>
        </p:nvSpPr>
        <p:spPr>
          <a:xfrm>
            <a:off x="4785077" y="1847850"/>
            <a:ext cx="3357056"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i</a:t>
            </a:r>
            <a:endParaRPr lang="en-US" sz="2250" dirty="0"/>
          </a:p>
        </p:txBody>
      </p:sp>
      <p:sp>
        <p:nvSpPr>
          <p:cNvPr id="7" name="Text 5"/>
          <p:cNvSpPr/>
          <p:nvPr/>
        </p:nvSpPr>
        <p:spPr>
          <a:xfrm>
            <a:off x="7932204" y="1847850"/>
            <a:ext cx="3356893"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u</a:t>
            </a:r>
            <a:endParaRPr lang="en-US" sz="2250" dirty="0"/>
          </a:p>
        </p:txBody>
      </p:sp>
      <p:sp>
        <p:nvSpPr>
          <p:cNvPr id="8" name="Text 6"/>
          <p:cNvSpPr/>
          <p:nvPr/>
        </p:nvSpPr>
        <p:spPr>
          <a:xfrm>
            <a:off x="11079167" y="1847850"/>
            <a:ext cx="3357056"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e</a:t>
            </a:r>
            <a:endParaRPr lang="en-US" sz="2250" dirty="0"/>
          </a:p>
        </p:txBody>
      </p:sp>
      <p:sp>
        <p:nvSpPr>
          <p:cNvPr id="9" name="Text 7"/>
          <p:cNvSpPr/>
          <p:nvPr/>
        </p:nvSpPr>
        <p:spPr>
          <a:xfrm>
            <a:off x="14226294" y="1847850"/>
            <a:ext cx="3356893"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o</a:t>
            </a:r>
            <a:endParaRPr lang="en-US" sz="2250" dirty="0"/>
          </a:p>
        </p:txBody>
      </p:sp>
      <p:sp>
        <p:nvSpPr>
          <p:cNvPr id="10" name="Text 8"/>
          <p:cNvSpPr/>
          <p:nvPr/>
        </p:nvSpPr>
        <p:spPr>
          <a:xfrm>
            <a:off x="1162050" y="2428875"/>
            <a:ext cx="304800"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a:t>
            </a:r>
            <a:endParaRPr lang="en-US" sz="2100" dirty="0"/>
          </a:p>
        </p:txBody>
      </p:sp>
      <p:sp>
        <p:nvSpPr>
          <p:cNvPr id="11" name="Shape 9"/>
          <p:cNvSpPr/>
          <p:nvPr/>
        </p:nvSpPr>
        <p:spPr>
          <a:xfrm>
            <a:off x="1790700" y="2257425"/>
            <a:ext cx="3051721" cy="647700"/>
          </a:xfrm>
          <a:prstGeom prst="roundRect">
            <a:avLst>
              <a:gd name="adj" fmla="val 7353"/>
            </a:avLst>
          </a:prstGeom>
          <a:solidFill>
            <a:srgbClr val="232350"/>
          </a:solidFill>
          <a:ln w="9525">
            <a:solidFill>
              <a:srgbClr val="34346A"/>
            </a:solidFill>
            <a:prstDash val="solid"/>
          </a:ln>
        </p:spPr>
      </p:sp>
      <p:sp>
        <p:nvSpPr>
          <p:cNvPr id="12" name="Text 10"/>
          <p:cNvSpPr/>
          <p:nvPr/>
        </p:nvSpPr>
        <p:spPr>
          <a:xfrm>
            <a:off x="309741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ア</a:t>
            </a:r>
            <a:endParaRPr lang="en-US" sz="3450" dirty="0"/>
          </a:p>
        </p:txBody>
      </p:sp>
      <p:sp>
        <p:nvSpPr>
          <p:cNvPr id="13" name="Shape 11"/>
          <p:cNvSpPr/>
          <p:nvPr/>
        </p:nvSpPr>
        <p:spPr>
          <a:xfrm>
            <a:off x="4937671" y="2257425"/>
            <a:ext cx="3051870" cy="647700"/>
          </a:xfrm>
          <a:prstGeom prst="roundRect">
            <a:avLst>
              <a:gd name="adj" fmla="val 7353"/>
            </a:avLst>
          </a:prstGeom>
          <a:solidFill>
            <a:srgbClr val="232350"/>
          </a:solidFill>
          <a:ln w="9525">
            <a:solidFill>
              <a:srgbClr val="34346A"/>
            </a:solidFill>
            <a:prstDash val="solid"/>
          </a:ln>
        </p:spPr>
      </p:sp>
      <p:sp>
        <p:nvSpPr>
          <p:cNvPr id="14" name="Text 12"/>
          <p:cNvSpPr/>
          <p:nvPr/>
        </p:nvSpPr>
        <p:spPr>
          <a:xfrm>
            <a:off x="6244530"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イ</a:t>
            </a:r>
            <a:endParaRPr lang="en-US" sz="3450" dirty="0"/>
          </a:p>
        </p:txBody>
      </p:sp>
      <p:sp>
        <p:nvSpPr>
          <p:cNvPr id="15" name="Shape 13"/>
          <p:cNvSpPr/>
          <p:nvPr/>
        </p:nvSpPr>
        <p:spPr>
          <a:xfrm>
            <a:off x="8084790" y="2257425"/>
            <a:ext cx="3051721" cy="647700"/>
          </a:xfrm>
          <a:prstGeom prst="roundRect">
            <a:avLst>
              <a:gd name="adj" fmla="val 7353"/>
            </a:avLst>
          </a:prstGeom>
          <a:solidFill>
            <a:srgbClr val="232350"/>
          </a:solidFill>
          <a:ln w="9525">
            <a:solidFill>
              <a:srgbClr val="34346A"/>
            </a:solidFill>
            <a:prstDash val="solid"/>
          </a:ln>
        </p:spPr>
      </p:sp>
      <p:sp>
        <p:nvSpPr>
          <p:cNvPr id="16" name="Text 14"/>
          <p:cNvSpPr/>
          <p:nvPr/>
        </p:nvSpPr>
        <p:spPr>
          <a:xfrm>
            <a:off x="939150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ウ</a:t>
            </a:r>
            <a:endParaRPr lang="en-US" sz="3450" dirty="0"/>
          </a:p>
        </p:txBody>
      </p:sp>
      <p:sp>
        <p:nvSpPr>
          <p:cNvPr id="17" name="Shape 15"/>
          <p:cNvSpPr/>
          <p:nvPr/>
        </p:nvSpPr>
        <p:spPr>
          <a:xfrm>
            <a:off x="11231761" y="2257425"/>
            <a:ext cx="3051870" cy="647700"/>
          </a:xfrm>
          <a:prstGeom prst="roundRect">
            <a:avLst>
              <a:gd name="adj" fmla="val 7353"/>
            </a:avLst>
          </a:prstGeom>
          <a:solidFill>
            <a:srgbClr val="232350"/>
          </a:solidFill>
          <a:ln w="9525">
            <a:solidFill>
              <a:srgbClr val="34346A"/>
            </a:solidFill>
            <a:prstDash val="solid"/>
          </a:ln>
        </p:spPr>
      </p:sp>
      <p:sp>
        <p:nvSpPr>
          <p:cNvPr id="18" name="Text 16"/>
          <p:cNvSpPr/>
          <p:nvPr/>
        </p:nvSpPr>
        <p:spPr>
          <a:xfrm>
            <a:off x="1253862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エ</a:t>
            </a:r>
            <a:endParaRPr lang="en-US" sz="3450" dirty="0"/>
          </a:p>
        </p:txBody>
      </p:sp>
      <p:sp>
        <p:nvSpPr>
          <p:cNvPr id="19" name="Shape 17"/>
          <p:cNvSpPr/>
          <p:nvPr/>
        </p:nvSpPr>
        <p:spPr>
          <a:xfrm>
            <a:off x="14378880" y="2257425"/>
            <a:ext cx="3051721" cy="647700"/>
          </a:xfrm>
          <a:prstGeom prst="roundRect">
            <a:avLst>
              <a:gd name="adj" fmla="val 7353"/>
            </a:avLst>
          </a:prstGeom>
          <a:solidFill>
            <a:srgbClr val="232350"/>
          </a:solidFill>
          <a:ln w="9525">
            <a:solidFill>
              <a:srgbClr val="34346A"/>
            </a:solidFill>
            <a:prstDash val="solid"/>
          </a:ln>
        </p:spPr>
      </p:sp>
      <p:sp>
        <p:nvSpPr>
          <p:cNvPr id="20" name="Text 18"/>
          <p:cNvSpPr/>
          <p:nvPr/>
        </p:nvSpPr>
        <p:spPr>
          <a:xfrm>
            <a:off x="1568559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オ</a:t>
            </a:r>
            <a:endParaRPr lang="en-US" sz="3450" dirty="0"/>
          </a:p>
        </p:txBody>
      </p:sp>
      <p:sp>
        <p:nvSpPr>
          <p:cNvPr id="21" name="Text 19"/>
          <p:cNvSpPr/>
          <p:nvPr/>
        </p:nvSpPr>
        <p:spPr>
          <a:xfrm>
            <a:off x="1183630" y="3152775"/>
            <a:ext cx="261491"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K</a:t>
            </a:r>
            <a:endParaRPr lang="en-US" sz="2100" dirty="0"/>
          </a:p>
        </p:txBody>
      </p:sp>
      <p:sp>
        <p:nvSpPr>
          <p:cNvPr id="22" name="Shape 20"/>
          <p:cNvSpPr/>
          <p:nvPr/>
        </p:nvSpPr>
        <p:spPr>
          <a:xfrm>
            <a:off x="1790700" y="2981325"/>
            <a:ext cx="3051721" cy="647700"/>
          </a:xfrm>
          <a:prstGeom prst="roundRect">
            <a:avLst>
              <a:gd name="adj" fmla="val 7353"/>
            </a:avLst>
          </a:prstGeom>
          <a:solidFill>
            <a:srgbClr val="232350"/>
          </a:solidFill>
          <a:ln w="9525">
            <a:solidFill>
              <a:srgbClr val="34346A"/>
            </a:solidFill>
            <a:prstDash val="solid"/>
          </a:ln>
        </p:spPr>
      </p:sp>
      <p:sp>
        <p:nvSpPr>
          <p:cNvPr id="23" name="Text 21"/>
          <p:cNvSpPr/>
          <p:nvPr/>
        </p:nvSpPr>
        <p:spPr>
          <a:xfrm>
            <a:off x="309741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カ</a:t>
            </a:r>
            <a:endParaRPr lang="en-US" sz="3450" dirty="0"/>
          </a:p>
        </p:txBody>
      </p:sp>
      <p:sp>
        <p:nvSpPr>
          <p:cNvPr id="24" name="Shape 22"/>
          <p:cNvSpPr/>
          <p:nvPr/>
        </p:nvSpPr>
        <p:spPr>
          <a:xfrm>
            <a:off x="4937671" y="2981325"/>
            <a:ext cx="3051870" cy="647700"/>
          </a:xfrm>
          <a:prstGeom prst="roundRect">
            <a:avLst>
              <a:gd name="adj" fmla="val 7353"/>
            </a:avLst>
          </a:prstGeom>
          <a:solidFill>
            <a:srgbClr val="232350"/>
          </a:solidFill>
          <a:ln w="9525">
            <a:solidFill>
              <a:srgbClr val="34346A"/>
            </a:solidFill>
            <a:prstDash val="solid"/>
          </a:ln>
        </p:spPr>
      </p:sp>
      <p:sp>
        <p:nvSpPr>
          <p:cNvPr id="25" name="Text 23"/>
          <p:cNvSpPr/>
          <p:nvPr/>
        </p:nvSpPr>
        <p:spPr>
          <a:xfrm>
            <a:off x="6244530"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キ</a:t>
            </a:r>
            <a:endParaRPr lang="en-US" sz="3450" dirty="0"/>
          </a:p>
        </p:txBody>
      </p:sp>
      <p:sp>
        <p:nvSpPr>
          <p:cNvPr id="26" name="Shape 24"/>
          <p:cNvSpPr/>
          <p:nvPr/>
        </p:nvSpPr>
        <p:spPr>
          <a:xfrm>
            <a:off x="8084790" y="2981325"/>
            <a:ext cx="3051721" cy="647700"/>
          </a:xfrm>
          <a:prstGeom prst="roundRect">
            <a:avLst>
              <a:gd name="adj" fmla="val 7353"/>
            </a:avLst>
          </a:prstGeom>
          <a:solidFill>
            <a:srgbClr val="232350"/>
          </a:solidFill>
          <a:ln w="9525">
            <a:solidFill>
              <a:srgbClr val="34346A"/>
            </a:solidFill>
            <a:prstDash val="solid"/>
          </a:ln>
        </p:spPr>
      </p:sp>
      <p:sp>
        <p:nvSpPr>
          <p:cNvPr id="27" name="Text 25"/>
          <p:cNvSpPr/>
          <p:nvPr/>
        </p:nvSpPr>
        <p:spPr>
          <a:xfrm>
            <a:off x="939150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ク</a:t>
            </a:r>
            <a:endParaRPr lang="en-US" sz="3450" dirty="0"/>
          </a:p>
        </p:txBody>
      </p:sp>
      <p:sp>
        <p:nvSpPr>
          <p:cNvPr id="28" name="Shape 26"/>
          <p:cNvSpPr/>
          <p:nvPr/>
        </p:nvSpPr>
        <p:spPr>
          <a:xfrm>
            <a:off x="11231761" y="2981325"/>
            <a:ext cx="3051870" cy="647700"/>
          </a:xfrm>
          <a:prstGeom prst="roundRect">
            <a:avLst>
              <a:gd name="adj" fmla="val 7353"/>
            </a:avLst>
          </a:prstGeom>
          <a:solidFill>
            <a:srgbClr val="232350"/>
          </a:solidFill>
          <a:ln w="9525">
            <a:solidFill>
              <a:srgbClr val="34346A"/>
            </a:solidFill>
            <a:prstDash val="solid"/>
          </a:ln>
        </p:spPr>
      </p:sp>
      <p:sp>
        <p:nvSpPr>
          <p:cNvPr id="29" name="Text 27"/>
          <p:cNvSpPr/>
          <p:nvPr/>
        </p:nvSpPr>
        <p:spPr>
          <a:xfrm>
            <a:off x="1253862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ケ</a:t>
            </a:r>
            <a:endParaRPr lang="en-US" sz="3450" dirty="0"/>
          </a:p>
        </p:txBody>
      </p:sp>
      <p:sp>
        <p:nvSpPr>
          <p:cNvPr id="30" name="Shape 28"/>
          <p:cNvSpPr/>
          <p:nvPr/>
        </p:nvSpPr>
        <p:spPr>
          <a:xfrm>
            <a:off x="14378880" y="2981325"/>
            <a:ext cx="3051721" cy="647700"/>
          </a:xfrm>
          <a:prstGeom prst="roundRect">
            <a:avLst>
              <a:gd name="adj" fmla="val 7353"/>
            </a:avLst>
          </a:prstGeom>
          <a:solidFill>
            <a:srgbClr val="232350"/>
          </a:solidFill>
          <a:ln w="9525">
            <a:solidFill>
              <a:srgbClr val="34346A"/>
            </a:solidFill>
            <a:prstDash val="solid"/>
          </a:ln>
        </p:spPr>
      </p:sp>
      <p:sp>
        <p:nvSpPr>
          <p:cNvPr id="31" name="Text 29"/>
          <p:cNvSpPr/>
          <p:nvPr/>
        </p:nvSpPr>
        <p:spPr>
          <a:xfrm>
            <a:off x="1568559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コ</a:t>
            </a:r>
            <a:endParaRPr lang="en-US" sz="3450" dirty="0"/>
          </a:p>
        </p:txBody>
      </p:sp>
      <p:sp>
        <p:nvSpPr>
          <p:cNvPr id="32" name="Text 30"/>
          <p:cNvSpPr/>
          <p:nvPr/>
        </p:nvSpPr>
        <p:spPr>
          <a:xfrm>
            <a:off x="1201489" y="3876675"/>
            <a:ext cx="225921"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S</a:t>
            </a:r>
            <a:endParaRPr lang="en-US" sz="2100" dirty="0"/>
          </a:p>
        </p:txBody>
      </p:sp>
      <p:sp>
        <p:nvSpPr>
          <p:cNvPr id="33" name="Shape 31"/>
          <p:cNvSpPr/>
          <p:nvPr/>
        </p:nvSpPr>
        <p:spPr>
          <a:xfrm>
            <a:off x="1790700" y="3705225"/>
            <a:ext cx="3051721" cy="647700"/>
          </a:xfrm>
          <a:prstGeom prst="roundRect">
            <a:avLst>
              <a:gd name="adj" fmla="val 7353"/>
            </a:avLst>
          </a:prstGeom>
          <a:solidFill>
            <a:srgbClr val="232350"/>
          </a:solidFill>
          <a:ln w="9525">
            <a:solidFill>
              <a:srgbClr val="34346A"/>
            </a:solidFill>
            <a:prstDash val="solid"/>
          </a:ln>
        </p:spPr>
      </p:sp>
      <p:sp>
        <p:nvSpPr>
          <p:cNvPr id="34" name="Text 32"/>
          <p:cNvSpPr/>
          <p:nvPr/>
        </p:nvSpPr>
        <p:spPr>
          <a:xfrm>
            <a:off x="309741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サ</a:t>
            </a:r>
            <a:endParaRPr lang="en-US" sz="3450" dirty="0"/>
          </a:p>
        </p:txBody>
      </p:sp>
      <p:sp>
        <p:nvSpPr>
          <p:cNvPr id="35" name="Shape 33"/>
          <p:cNvSpPr/>
          <p:nvPr/>
        </p:nvSpPr>
        <p:spPr>
          <a:xfrm>
            <a:off x="4937671" y="3705225"/>
            <a:ext cx="3051870" cy="647700"/>
          </a:xfrm>
          <a:prstGeom prst="roundRect">
            <a:avLst>
              <a:gd name="adj" fmla="val 7353"/>
            </a:avLst>
          </a:prstGeom>
          <a:solidFill>
            <a:srgbClr val="232350"/>
          </a:solidFill>
          <a:ln w="9525">
            <a:solidFill>
              <a:srgbClr val="34346A"/>
            </a:solidFill>
            <a:prstDash val="solid"/>
          </a:ln>
        </p:spPr>
      </p:sp>
      <p:sp>
        <p:nvSpPr>
          <p:cNvPr id="36" name="Text 34"/>
          <p:cNvSpPr/>
          <p:nvPr/>
        </p:nvSpPr>
        <p:spPr>
          <a:xfrm>
            <a:off x="6244530"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シ</a:t>
            </a:r>
            <a:endParaRPr lang="en-US" sz="3450" dirty="0"/>
          </a:p>
        </p:txBody>
      </p:sp>
      <p:sp>
        <p:nvSpPr>
          <p:cNvPr id="37" name="Shape 35"/>
          <p:cNvSpPr/>
          <p:nvPr/>
        </p:nvSpPr>
        <p:spPr>
          <a:xfrm>
            <a:off x="8084790" y="3705225"/>
            <a:ext cx="3051721" cy="647700"/>
          </a:xfrm>
          <a:prstGeom prst="roundRect">
            <a:avLst>
              <a:gd name="adj" fmla="val 7353"/>
            </a:avLst>
          </a:prstGeom>
          <a:solidFill>
            <a:srgbClr val="232350"/>
          </a:solidFill>
          <a:ln w="9525">
            <a:solidFill>
              <a:srgbClr val="34346A"/>
            </a:solidFill>
            <a:prstDash val="solid"/>
          </a:ln>
        </p:spPr>
      </p:sp>
      <p:sp>
        <p:nvSpPr>
          <p:cNvPr id="38" name="Text 36"/>
          <p:cNvSpPr/>
          <p:nvPr/>
        </p:nvSpPr>
        <p:spPr>
          <a:xfrm>
            <a:off x="939150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ス</a:t>
            </a:r>
            <a:endParaRPr lang="en-US" sz="3450" dirty="0"/>
          </a:p>
        </p:txBody>
      </p:sp>
      <p:sp>
        <p:nvSpPr>
          <p:cNvPr id="39" name="Shape 37"/>
          <p:cNvSpPr/>
          <p:nvPr/>
        </p:nvSpPr>
        <p:spPr>
          <a:xfrm>
            <a:off x="11231761" y="3705225"/>
            <a:ext cx="3051870" cy="647700"/>
          </a:xfrm>
          <a:prstGeom prst="roundRect">
            <a:avLst>
              <a:gd name="adj" fmla="val 7353"/>
            </a:avLst>
          </a:prstGeom>
          <a:solidFill>
            <a:srgbClr val="232350"/>
          </a:solidFill>
          <a:ln w="9525">
            <a:solidFill>
              <a:srgbClr val="34346A"/>
            </a:solidFill>
            <a:prstDash val="solid"/>
          </a:ln>
        </p:spPr>
      </p:sp>
      <p:sp>
        <p:nvSpPr>
          <p:cNvPr id="40" name="Text 38"/>
          <p:cNvSpPr/>
          <p:nvPr/>
        </p:nvSpPr>
        <p:spPr>
          <a:xfrm>
            <a:off x="1253862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セ</a:t>
            </a:r>
            <a:endParaRPr lang="en-US" sz="3450" dirty="0"/>
          </a:p>
        </p:txBody>
      </p:sp>
      <p:sp>
        <p:nvSpPr>
          <p:cNvPr id="41" name="Shape 39"/>
          <p:cNvSpPr/>
          <p:nvPr/>
        </p:nvSpPr>
        <p:spPr>
          <a:xfrm>
            <a:off x="14378880" y="3705225"/>
            <a:ext cx="3051721" cy="647700"/>
          </a:xfrm>
          <a:prstGeom prst="roundRect">
            <a:avLst>
              <a:gd name="adj" fmla="val 7353"/>
            </a:avLst>
          </a:prstGeom>
          <a:solidFill>
            <a:srgbClr val="232350"/>
          </a:solidFill>
          <a:ln w="9525">
            <a:solidFill>
              <a:srgbClr val="34346A"/>
            </a:solidFill>
            <a:prstDash val="solid"/>
          </a:ln>
        </p:spPr>
      </p:sp>
      <p:sp>
        <p:nvSpPr>
          <p:cNvPr id="42" name="Text 40"/>
          <p:cNvSpPr/>
          <p:nvPr/>
        </p:nvSpPr>
        <p:spPr>
          <a:xfrm>
            <a:off x="1568559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ソ</a:t>
            </a:r>
            <a:endParaRPr lang="en-US" sz="3450" dirty="0"/>
          </a:p>
        </p:txBody>
      </p:sp>
      <p:sp>
        <p:nvSpPr>
          <p:cNvPr id="43" name="Text 41"/>
          <p:cNvSpPr/>
          <p:nvPr/>
        </p:nvSpPr>
        <p:spPr>
          <a:xfrm>
            <a:off x="1193750" y="4600575"/>
            <a:ext cx="241250"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T</a:t>
            </a:r>
            <a:endParaRPr lang="en-US" sz="2100" dirty="0"/>
          </a:p>
        </p:txBody>
      </p:sp>
      <p:sp>
        <p:nvSpPr>
          <p:cNvPr id="44" name="Shape 42"/>
          <p:cNvSpPr/>
          <p:nvPr/>
        </p:nvSpPr>
        <p:spPr>
          <a:xfrm>
            <a:off x="1790700" y="4429125"/>
            <a:ext cx="3051721" cy="647700"/>
          </a:xfrm>
          <a:prstGeom prst="roundRect">
            <a:avLst>
              <a:gd name="adj" fmla="val 7353"/>
            </a:avLst>
          </a:prstGeom>
          <a:solidFill>
            <a:srgbClr val="232350"/>
          </a:solidFill>
          <a:ln w="9525">
            <a:solidFill>
              <a:srgbClr val="34346A"/>
            </a:solidFill>
            <a:prstDash val="solid"/>
          </a:ln>
        </p:spPr>
      </p:sp>
      <p:sp>
        <p:nvSpPr>
          <p:cNvPr id="45" name="Text 43"/>
          <p:cNvSpPr/>
          <p:nvPr/>
        </p:nvSpPr>
        <p:spPr>
          <a:xfrm>
            <a:off x="309741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タ</a:t>
            </a:r>
            <a:endParaRPr lang="en-US" sz="3450" dirty="0"/>
          </a:p>
        </p:txBody>
      </p:sp>
      <p:sp>
        <p:nvSpPr>
          <p:cNvPr id="46" name="Shape 44"/>
          <p:cNvSpPr/>
          <p:nvPr/>
        </p:nvSpPr>
        <p:spPr>
          <a:xfrm>
            <a:off x="4937671" y="4429125"/>
            <a:ext cx="3051870" cy="647700"/>
          </a:xfrm>
          <a:prstGeom prst="roundRect">
            <a:avLst>
              <a:gd name="adj" fmla="val 7353"/>
            </a:avLst>
          </a:prstGeom>
          <a:solidFill>
            <a:srgbClr val="232350"/>
          </a:solidFill>
          <a:ln w="9525">
            <a:solidFill>
              <a:srgbClr val="34346A"/>
            </a:solidFill>
            <a:prstDash val="solid"/>
          </a:ln>
        </p:spPr>
      </p:sp>
      <p:sp>
        <p:nvSpPr>
          <p:cNvPr id="47" name="Text 45"/>
          <p:cNvSpPr/>
          <p:nvPr/>
        </p:nvSpPr>
        <p:spPr>
          <a:xfrm>
            <a:off x="6244530"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チ</a:t>
            </a:r>
            <a:endParaRPr lang="en-US" sz="3450" dirty="0"/>
          </a:p>
        </p:txBody>
      </p:sp>
      <p:sp>
        <p:nvSpPr>
          <p:cNvPr id="48" name="Shape 46"/>
          <p:cNvSpPr/>
          <p:nvPr/>
        </p:nvSpPr>
        <p:spPr>
          <a:xfrm>
            <a:off x="8084790" y="4429125"/>
            <a:ext cx="3051721" cy="647700"/>
          </a:xfrm>
          <a:prstGeom prst="roundRect">
            <a:avLst>
              <a:gd name="adj" fmla="val 7353"/>
            </a:avLst>
          </a:prstGeom>
          <a:solidFill>
            <a:srgbClr val="232350"/>
          </a:solidFill>
          <a:ln w="9525">
            <a:solidFill>
              <a:srgbClr val="34346A"/>
            </a:solidFill>
            <a:prstDash val="solid"/>
          </a:ln>
        </p:spPr>
      </p:sp>
      <p:sp>
        <p:nvSpPr>
          <p:cNvPr id="49" name="Text 47"/>
          <p:cNvSpPr/>
          <p:nvPr/>
        </p:nvSpPr>
        <p:spPr>
          <a:xfrm>
            <a:off x="939150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ツ</a:t>
            </a:r>
            <a:endParaRPr lang="en-US" sz="3450" dirty="0"/>
          </a:p>
        </p:txBody>
      </p:sp>
      <p:sp>
        <p:nvSpPr>
          <p:cNvPr id="50" name="Shape 48"/>
          <p:cNvSpPr/>
          <p:nvPr/>
        </p:nvSpPr>
        <p:spPr>
          <a:xfrm>
            <a:off x="11231761" y="4429125"/>
            <a:ext cx="3051870" cy="647700"/>
          </a:xfrm>
          <a:prstGeom prst="roundRect">
            <a:avLst>
              <a:gd name="adj" fmla="val 7353"/>
            </a:avLst>
          </a:prstGeom>
          <a:solidFill>
            <a:srgbClr val="232350"/>
          </a:solidFill>
          <a:ln w="9525">
            <a:solidFill>
              <a:srgbClr val="34346A"/>
            </a:solidFill>
            <a:prstDash val="solid"/>
          </a:ln>
        </p:spPr>
      </p:sp>
      <p:sp>
        <p:nvSpPr>
          <p:cNvPr id="51" name="Text 49"/>
          <p:cNvSpPr/>
          <p:nvPr/>
        </p:nvSpPr>
        <p:spPr>
          <a:xfrm>
            <a:off x="1253862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テ</a:t>
            </a:r>
            <a:endParaRPr lang="en-US" sz="3450" dirty="0"/>
          </a:p>
        </p:txBody>
      </p:sp>
      <p:sp>
        <p:nvSpPr>
          <p:cNvPr id="52" name="Shape 50"/>
          <p:cNvSpPr/>
          <p:nvPr/>
        </p:nvSpPr>
        <p:spPr>
          <a:xfrm>
            <a:off x="14378880" y="4429125"/>
            <a:ext cx="3051721" cy="647700"/>
          </a:xfrm>
          <a:prstGeom prst="roundRect">
            <a:avLst>
              <a:gd name="adj" fmla="val 7353"/>
            </a:avLst>
          </a:prstGeom>
          <a:solidFill>
            <a:srgbClr val="232350"/>
          </a:solidFill>
          <a:ln w="9525">
            <a:solidFill>
              <a:srgbClr val="34346A"/>
            </a:solidFill>
            <a:prstDash val="solid"/>
          </a:ln>
        </p:spPr>
      </p:sp>
      <p:sp>
        <p:nvSpPr>
          <p:cNvPr id="53" name="Text 51"/>
          <p:cNvSpPr/>
          <p:nvPr/>
        </p:nvSpPr>
        <p:spPr>
          <a:xfrm>
            <a:off x="1568559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ト</a:t>
            </a:r>
            <a:endParaRPr lang="en-US" sz="3450" dirty="0"/>
          </a:p>
        </p:txBody>
      </p:sp>
      <p:sp>
        <p:nvSpPr>
          <p:cNvPr id="54" name="Text 52"/>
          <p:cNvSpPr/>
          <p:nvPr/>
        </p:nvSpPr>
        <p:spPr>
          <a:xfrm>
            <a:off x="1173956" y="5324475"/>
            <a:ext cx="280839"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N</a:t>
            </a:r>
            <a:endParaRPr lang="en-US" sz="2100" dirty="0"/>
          </a:p>
        </p:txBody>
      </p:sp>
      <p:sp>
        <p:nvSpPr>
          <p:cNvPr id="55" name="Shape 53"/>
          <p:cNvSpPr/>
          <p:nvPr/>
        </p:nvSpPr>
        <p:spPr>
          <a:xfrm>
            <a:off x="1790700" y="5153025"/>
            <a:ext cx="3051721" cy="647700"/>
          </a:xfrm>
          <a:prstGeom prst="roundRect">
            <a:avLst>
              <a:gd name="adj" fmla="val 7353"/>
            </a:avLst>
          </a:prstGeom>
          <a:solidFill>
            <a:srgbClr val="232350"/>
          </a:solidFill>
          <a:ln w="9525">
            <a:solidFill>
              <a:srgbClr val="34346A"/>
            </a:solidFill>
            <a:prstDash val="solid"/>
          </a:ln>
        </p:spPr>
      </p:sp>
      <p:sp>
        <p:nvSpPr>
          <p:cNvPr id="56" name="Text 54"/>
          <p:cNvSpPr/>
          <p:nvPr/>
        </p:nvSpPr>
        <p:spPr>
          <a:xfrm>
            <a:off x="309741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ナ</a:t>
            </a:r>
            <a:endParaRPr lang="en-US" sz="3450" dirty="0"/>
          </a:p>
        </p:txBody>
      </p:sp>
      <p:sp>
        <p:nvSpPr>
          <p:cNvPr id="57" name="Shape 55"/>
          <p:cNvSpPr/>
          <p:nvPr/>
        </p:nvSpPr>
        <p:spPr>
          <a:xfrm>
            <a:off x="4937671" y="5153025"/>
            <a:ext cx="3051870" cy="647700"/>
          </a:xfrm>
          <a:prstGeom prst="roundRect">
            <a:avLst>
              <a:gd name="adj" fmla="val 7353"/>
            </a:avLst>
          </a:prstGeom>
          <a:solidFill>
            <a:srgbClr val="232350"/>
          </a:solidFill>
          <a:ln w="9525">
            <a:solidFill>
              <a:srgbClr val="34346A"/>
            </a:solidFill>
            <a:prstDash val="solid"/>
          </a:ln>
        </p:spPr>
      </p:sp>
      <p:sp>
        <p:nvSpPr>
          <p:cNvPr id="58" name="Text 56"/>
          <p:cNvSpPr/>
          <p:nvPr/>
        </p:nvSpPr>
        <p:spPr>
          <a:xfrm>
            <a:off x="6244530"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ニ</a:t>
            </a:r>
            <a:endParaRPr lang="en-US" sz="3450" dirty="0"/>
          </a:p>
        </p:txBody>
      </p:sp>
      <p:sp>
        <p:nvSpPr>
          <p:cNvPr id="59" name="Shape 57"/>
          <p:cNvSpPr/>
          <p:nvPr/>
        </p:nvSpPr>
        <p:spPr>
          <a:xfrm>
            <a:off x="8084790" y="5153025"/>
            <a:ext cx="3051721" cy="647700"/>
          </a:xfrm>
          <a:prstGeom prst="roundRect">
            <a:avLst>
              <a:gd name="adj" fmla="val 7353"/>
            </a:avLst>
          </a:prstGeom>
          <a:solidFill>
            <a:srgbClr val="232350"/>
          </a:solidFill>
          <a:ln w="9525">
            <a:solidFill>
              <a:srgbClr val="34346A"/>
            </a:solidFill>
            <a:prstDash val="solid"/>
          </a:ln>
        </p:spPr>
      </p:sp>
      <p:sp>
        <p:nvSpPr>
          <p:cNvPr id="60" name="Text 58"/>
          <p:cNvSpPr/>
          <p:nvPr/>
        </p:nvSpPr>
        <p:spPr>
          <a:xfrm>
            <a:off x="939150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ヌ</a:t>
            </a:r>
            <a:endParaRPr lang="en-US" sz="3450" dirty="0"/>
          </a:p>
        </p:txBody>
      </p:sp>
      <p:sp>
        <p:nvSpPr>
          <p:cNvPr id="61" name="Shape 59"/>
          <p:cNvSpPr/>
          <p:nvPr/>
        </p:nvSpPr>
        <p:spPr>
          <a:xfrm>
            <a:off x="11231761" y="5153025"/>
            <a:ext cx="3051870" cy="647700"/>
          </a:xfrm>
          <a:prstGeom prst="roundRect">
            <a:avLst>
              <a:gd name="adj" fmla="val 7353"/>
            </a:avLst>
          </a:prstGeom>
          <a:solidFill>
            <a:srgbClr val="232350"/>
          </a:solidFill>
          <a:ln w="9525">
            <a:solidFill>
              <a:srgbClr val="34346A"/>
            </a:solidFill>
            <a:prstDash val="solid"/>
          </a:ln>
        </p:spPr>
      </p:sp>
      <p:sp>
        <p:nvSpPr>
          <p:cNvPr id="62" name="Text 60"/>
          <p:cNvSpPr/>
          <p:nvPr/>
        </p:nvSpPr>
        <p:spPr>
          <a:xfrm>
            <a:off x="1253862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ネ</a:t>
            </a:r>
            <a:endParaRPr lang="en-US" sz="3450" dirty="0"/>
          </a:p>
        </p:txBody>
      </p:sp>
      <p:sp>
        <p:nvSpPr>
          <p:cNvPr id="63" name="Shape 61"/>
          <p:cNvSpPr/>
          <p:nvPr/>
        </p:nvSpPr>
        <p:spPr>
          <a:xfrm>
            <a:off x="14378880" y="5153025"/>
            <a:ext cx="3051721" cy="647700"/>
          </a:xfrm>
          <a:prstGeom prst="roundRect">
            <a:avLst>
              <a:gd name="adj" fmla="val 7353"/>
            </a:avLst>
          </a:prstGeom>
          <a:solidFill>
            <a:srgbClr val="232350"/>
          </a:solidFill>
          <a:ln w="9525">
            <a:solidFill>
              <a:srgbClr val="34346A"/>
            </a:solidFill>
            <a:prstDash val="solid"/>
          </a:ln>
        </p:spPr>
      </p:sp>
      <p:sp>
        <p:nvSpPr>
          <p:cNvPr id="64" name="Text 62"/>
          <p:cNvSpPr/>
          <p:nvPr/>
        </p:nvSpPr>
        <p:spPr>
          <a:xfrm>
            <a:off x="1568559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ノ</a:t>
            </a:r>
            <a:endParaRPr lang="en-US" sz="3450" dirty="0"/>
          </a:p>
        </p:txBody>
      </p:sp>
      <p:sp>
        <p:nvSpPr>
          <p:cNvPr id="65" name="Text 63"/>
          <p:cNvSpPr/>
          <p:nvPr/>
        </p:nvSpPr>
        <p:spPr>
          <a:xfrm>
            <a:off x="1167557" y="6048375"/>
            <a:ext cx="293638"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H</a:t>
            </a:r>
            <a:endParaRPr lang="en-US" sz="2100" dirty="0"/>
          </a:p>
        </p:txBody>
      </p:sp>
      <p:sp>
        <p:nvSpPr>
          <p:cNvPr id="66" name="Shape 64"/>
          <p:cNvSpPr/>
          <p:nvPr/>
        </p:nvSpPr>
        <p:spPr>
          <a:xfrm>
            <a:off x="1790700" y="5876925"/>
            <a:ext cx="3051721" cy="647700"/>
          </a:xfrm>
          <a:prstGeom prst="roundRect">
            <a:avLst>
              <a:gd name="adj" fmla="val 7353"/>
            </a:avLst>
          </a:prstGeom>
          <a:solidFill>
            <a:srgbClr val="232350"/>
          </a:solidFill>
          <a:ln w="9525">
            <a:solidFill>
              <a:srgbClr val="34346A"/>
            </a:solidFill>
            <a:prstDash val="solid"/>
          </a:ln>
        </p:spPr>
      </p:sp>
      <p:sp>
        <p:nvSpPr>
          <p:cNvPr id="67" name="Text 65"/>
          <p:cNvSpPr/>
          <p:nvPr/>
        </p:nvSpPr>
        <p:spPr>
          <a:xfrm>
            <a:off x="309741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ハ</a:t>
            </a:r>
            <a:endParaRPr lang="en-US" sz="3450" dirty="0"/>
          </a:p>
        </p:txBody>
      </p:sp>
      <p:sp>
        <p:nvSpPr>
          <p:cNvPr id="68" name="Shape 66"/>
          <p:cNvSpPr/>
          <p:nvPr/>
        </p:nvSpPr>
        <p:spPr>
          <a:xfrm>
            <a:off x="4937671" y="5876925"/>
            <a:ext cx="3051870" cy="647700"/>
          </a:xfrm>
          <a:prstGeom prst="roundRect">
            <a:avLst>
              <a:gd name="adj" fmla="val 7353"/>
            </a:avLst>
          </a:prstGeom>
          <a:solidFill>
            <a:srgbClr val="232350"/>
          </a:solidFill>
          <a:ln w="9525">
            <a:solidFill>
              <a:srgbClr val="34346A"/>
            </a:solidFill>
            <a:prstDash val="solid"/>
          </a:ln>
        </p:spPr>
      </p:sp>
      <p:sp>
        <p:nvSpPr>
          <p:cNvPr id="69" name="Text 67"/>
          <p:cNvSpPr/>
          <p:nvPr/>
        </p:nvSpPr>
        <p:spPr>
          <a:xfrm>
            <a:off x="6244530"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ヒ</a:t>
            </a:r>
            <a:endParaRPr lang="en-US" sz="3450" dirty="0"/>
          </a:p>
        </p:txBody>
      </p:sp>
      <p:sp>
        <p:nvSpPr>
          <p:cNvPr id="70" name="Shape 68"/>
          <p:cNvSpPr/>
          <p:nvPr/>
        </p:nvSpPr>
        <p:spPr>
          <a:xfrm>
            <a:off x="8084790" y="5876925"/>
            <a:ext cx="3051721" cy="647700"/>
          </a:xfrm>
          <a:prstGeom prst="roundRect">
            <a:avLst>
              <a:gd name="adj" fmla="val 7353"/>
            </a:avLst>
          </a:prstGeom>
          <a:solidFill>
            <a:srgbClr val="232350"/>
          </a:solidFill>
          <a:ln w="9525">
            <a:solidFill>
              <a:srgbClr val="34346A"/>
            </a:solidFill>
            <a:prstDash val="solid"/>
          </a:ln>
        </p:spPr>
      </p:sp>
      <p:sp>
        <p:nvSpPr>
          <p:cNvPr id="71" name="Text 69"/>
          <p:cNvSpPr/>
          <p:nvPr/>
        </p:nvSpPr>
        <p:spPr>
          <a:xfrm>
            <a:off x="939150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フ</a:t>
            </a:r>
            <a:endParaRPr lang="en-US" sz="3450" dirty="0"/>
          </a:p>
        </p:txBody>
      </p:sp>
      <p:sp>
        <p:nvSpPr>
          <p:cNvPr id="72" name="Shape 70"/>
          <p:cNvSpPr/>
          <p:nvPr/>
        </p:nvSpPr>
        <p:spPr>
          <a:xfrm>
            <a:off x="11231761" y="5876925"/>
            <a:ext cx="3051870" cy="647700"/>
          </a:xfrm>
          <a:prstGeom prst="roundRect">
            <a:avLst>
              <a:gd name="adj" fmla="val 7353"/>
            </a:avLst>
          </a:prstGeom>
          <a:solidFill>
            <a:srgbClr val="232350"/>
          </a:solidFill>
          <a:ln w="9525">
            <a:solidFill>
              <a:srgbClr val="34346A"/>
            </a:solidFill>
            <a:prstDash val="solid"/>
          </a:ln>
        </p:spPr>
      </p:sp>
      <p:sp>
        <p:nvSpPr>
          <p:cNvPr id="73" name="Text 71"/>
          <p:cNvSpPr/>
          <p:nvPr/>
        </p:nvSpPr>
        <p:spPr>
          <a:xfrm>
            <a:off x="1253862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ヘ</a:t>
            </a:r>
            <a:endParaRPr lang="en-US" sz="3450" dirty="0"/>
          </a:p>
        </p:txBody>
      </p:sp>
      <p:sp>
        <p:nvSpPr>
          <p:cNvPr id="74" name="Shape 72"/>
          <p:cNvSpPr/>
          <p:nvPr/>
        </p:nvSpPr>
        <p:spPr>
          <a:xfrm>
            <a:off x="14378880" y="5876925"/>
            <a:ext cx="3051721" cy="647700"/>
          </a:xfrm>
          <a:prstGeom prst="roundRect">
            <a:avLst>
              <a:gd name="adj" fmla="val 7353"/>
            </a:avLst>
          </a:prstGeom>
          <a:solidFill>
            <a:srgbClr val="232350"/>
          </a:solidFill>
          <a:ln w="9525">
            <a:solidFill>
              <a:srgbClr val="34346A"/>
            </a:solidFill>
            <a:prstDash val="solid"/>
          </a:ln>
        </p:spPr>
      </p:sp>
      <p:sp>
        <p:nvSpPr>
          <p:cNvPr id="75" name="Text 73"/>
          <p:cNvSpPr/>
          <p:nvPr/>
        </p:nvSpPr>
        <p:spPr>
          <a:xfrm>
            <a:off x="1568559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ホ</a:t>
            </a:r>
            <a:endParaRPr lang="en-US" sz="3450" dirty="0"/>
          </a:p>
        </p:txBody>
      </p:sp>
      <p:sp>
        <p:nvSpPr>
          <p:cNvPr id="76" name="Text 74"/>
          <p:cNvSpPr/>
          <p:nvPr/>
        </p:nvSpPr>
        <p:spPr>
          <a:xfrm>
            <a:off x="1152674" y="6772275"/>
            <a:ext cx="323552"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M</a:t>
            </a:r>
            <a:endParaRPr lang="en-US" sz="2100" dirty="0"/>
          </a:p>
        </p:txBody>
      </p:sp>
      <p:sp>
        <p:nvSpPr>
          <p:cNvPr id="77" name="Shape 75"/>
          <p:cNvSpPr/>
          <p:nvPr/>
        </p:nvSpPr>
        <p:spPr>
          <a:xfrm>
            <a:off x="1790700" y="6600825"/>
            <a:ext cx="3051721" cy="647700"/>
          </a:xfrm>
          <a:prstGeom prst="roundRect">
            <a:avLst>
              <a:gd name="adj" fmla="val 7353"/>
            </a:avLst>
          </a:prstGeom>
          <a:solidFill>
            <a:srgbClr val="232350"/>
          </a:solidFill>
          <a:ln w="9525">
            <a:solidFill>
              <a:srgbClr val="34346A"/>
            </a:solidFill>
            <a:prstDash val="solid"/>
          </a:ln>
        </p:spPr>
      </p:sp>
      <p:sp>
        <p:nvSpPr>
          <p:cNvPr id="78" name="Text 76"/>
          <p:cNvSpPr/>
          <p:nvPr/>
        </p:nvSpPr>
        <p:spPr>
          <a:xfrm>
            <a:off x="309741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マ</a:t>
            </a:r>
            <a:endParaRPr lang="en-US" sz="3450" dirty="0"/>
          </a:p>
        </p:txBody>
      </p:sp>
      <p:sp>
        <p:nvSpPr>
          <p:cNvPr id="79" name="Shape 77"/>
          <p:cNvSpPr/>
          <p:nvPr/>
        </p:nvSpPr>
        <p:spPr>
          <a:xfrm>
            <a:off x="4937671" y="6600825"/>
            <a:ext cx="3051870" cy="647700"/>
          </a:xfrm>
          <a:prstGeom prst="roundRect">
            <a:avLst>
              <a:gd name="adj" fmla="val 7353"/>
            </a:avLst>
          </a:prstGeom>
          <a:solidFill>
            <a:srgbClr val="232350"/>
          </a:solidFill>
          <a:ln w="9525">
            <a:solidFill>
              <a:srgbClr val="34346A"/>
            </a:solidFill>
            <a:prstDash val="solid"/>
          </a:ln>
        </p:spPr>
      </p:sp>
      <p:sp>
        <p:nvSpPr>
          <p:cNvPr id="80" name="Text 78"/>
          <p:cNvSpPr/>
          <p:nvPr/>
        </p:nvSpPr>
        <p:spPr>
          <a:xfrm>
            <a:off x="6244530"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ミ</a:t>
            </a:r>
            <a:endParaRPr lang="en-US" sz="3450" dirty="0"/>
          </a:p>
        </p:txBody>
      </p:sp>
      <p:sp>
        <p:nvSpPr>
          <p:cNvPr id="81" name="Shape 79"/>
          <p:cNvSpPr/>
          <p:nvPr/>
        </p:nvSpPr>
        <p:spPr>
          <a:xfrm>
            <a:off x="8084790" y="6600825"/>
            <a:ext cx="3051721" cy="647700"/>
          </a:xfrm>
          <a:prstGeom prst="roundRect">
            <a:avLst>
              <a:gd name="adj" fmla="val 7353"/>
            </a:avLst>
          </a:prstGeom>
          <a:solidFill>
            <a:srgbClr val="232350"/>
          </a:solidFill>
          <a:ln w="9525">
            <a:solidFill>
              <a:srgbClr val="34346A"/>
            </a:solidFill>
            <a:prstDash val="solid"/>
          </a:ln>
        </p:spPr>
      </p:sp>
      <p:sp>
        <p:nvSpPr>
          <p:cNvPr id="82" name="Text 80"/>
          <p:cNvSpPr/>
          <p:nvPr/>
        </p:nvSpPr>
        <p:spPr>
          <a:xfrm>
            <a:off x="939150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ム</a:t>
            </a:r>
            <a:endParaRPr lang="en-US" sz="3450" dirty="0"/>
          </a:p>
        </p:txBody>
      </p:sp>
      <p:sp>
        <p:nvSpPr>
          <p:cNvPr id="83" name="Shape 81"/>
          <p:cNvSpPr/>
          <p:nvPr/>
        </p:nvSpPr>
        <p:spPr>
          <a:xfrm>
            <a:off x="11231761" y="6600825"/>
            <a:ext cx="3051870" cy="647700"/>
          </a:xfrm>
          <a:prstGeom prst="roundRect">
            <a:avLst>
              <a:gd name="adj" fmla="val 7353"/>
            </a:avLst>
          </a:prstGeom>
          <a:solidFill>
            <a:srgbClr val="232350"/>
          </a:solidFill>
          <a:ln w="9525">
            <a:solidFill>
              <a:srgbClr val="34346A"/>
            </a:solidFill>
            <a:prstDash val="solid"/>
          </a:ln>
        </p:spPr>
      </p:sp>
      <p:sp>
        <p:nvSpPr>
          <p:cNvPr id="84" name="Text 82"/>
          <p:cNvSpPr/>
          <p:nvPr/>
        </p:nvSpPr>
        <p:spPr>
          <a:xfrm>
            <a:off x="1253862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メ</a:t>
            </a:r>
            <a:endParaRPr lang="en-US" sz="3450" dirty="0"/>
          </a:p>
        </p:txBody>
      </p:sp>
      <p:sp>
        <p:nvSpPr>
          <p:cNvPr id="85" name="Shape 83"/>
          <p:cNvSpPr/>
          <p:nvPr/>
        </p:nvSpPr>
        <p:spPr>
          <a:xfrm>
            <a:off x="14378880" y="6600825"/>
            <a:ext cx="3051721" cy="647700"/>
          </a:xfrm>
          <a:prstGeom prst="roundRect">
            <a:avLst>
              <a:gd name="adj" fmla="val 7353"/>
            </a:avLst>
          </a:prstGeom>
          <a:solidFill>
            <a:srgbClr val="232350"/>
          </a:solidFill>
          <a:ln w="9525">
            <a:solidFill>
              <a:srgbClr val="34346A"/>
            </a:solidFill>
            <a:prstDash val="solid"/>
          </a:ln>
        </p:spPr>
      </p:sp>
      <p:sp>
        <p:nvSpPr>
          <p:cNvPr id="86" name="Text 84"/>
          <p:cNvSpPr/>
          <p:nvPr/>
        </p:nvSpPr>
        <p:spPr>
          <a:xfrm>
            <a:off x="1568559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モ</a:t>
            </a:r>
            <a:endParaRPr lang="en-US" sz="3450" dirty="0"/>
          </a:p>
        </p:txBody>
      </p:sp>
      <p:sp>
        <p:nvSpPr>
          <p:cNvPr id="87" name="Text 85"/>
          <p:cNvSpPr/>
          <p:nvPr/>
        </p:nvSpPr>
        <p:spPr>
          <a:xfrm>
            <a:off x="1194197" y="7496175"/>
            <a:ext cx="240357"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Y</a:t>
            </a:r>
            <a:endParaRPr lang="en-US" sz="2100" dirty="0"/>
          </a:p>
        </p:txBody>
      </p:sp>
      <p:sp>
        <p:nvSpPr>
          <p:cNvPr id="88" name="Shape 86"/>
          <p:cNvSpPr/>
          <p:nvPr/>
        </p:nvSpPr>
        <p:spPr>
          <a:xfrm>
            <a:off x="1790700" y="7324725"/>
            <a:ext cx="3051721" cy="647700"/>
          </a:xfrm>
          <a:prstGeom prst="roundRect">
            <a:avLst>
              <a:gd name="adj" fmla="val 7353"/>
            </a:avLst>
          </a:prstGeom>
          <a:solidFill>
            <a:srgbClr val="232350"/>
          </a:solidFill>
          <a:ln w="9525">
            <a:solidFill>
              <a:srgbClr val="34346A"/>
            </a:solidFill>
            <a:prstDash val="solid"/>
          </a:ln>
        </p:spPr>
      </p:sp>
      <p:sp>
        <p:nvSpPr>
          <p:cNvPr id="89" name="Text 87"/>
          <p:cNvSpPr/>
          <p:nvPr/>
        </p:nvSpPr>
        <p:spPr>
          <a:xfrm>
            <a:off x="3097411" y="73342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ヤ</a:t>
            </a:r>
            <a:endParaRPr lang="en-US" sz="3450" dirty="0"/>
          </a:p>
        </p:txBody>
      </p:sp>
      <p:sp>
        <p:nvSpPr>
          <p:cNvPr id="90" name="Shape 88"/>
          <p:cNvSpPr/>
          <p:nvPr/>
        </p:nvSpPr>
        <p:spPr>
          <a:xfrm>
            <a:off x="4937671" y="7324725"/>
            <a:ext cx="3051870" cy="647700"/>
          </a:xfrm>
          <a:prstGeom prst="roundRect">
            <a:avLst>
              <a:gd name="adj" fmla="val 7353"/>
            </a:avLst>
          </a:prstGeom>
          <a:solidFill>
            <a:srgbClr val="232350"/>
          </a:solidFill>
          <a:ln w="9525">
            <a:solidFill>
              <a:srgbClr val="34346A"/>
            </a:solidFill>
            <a:prstDash val="solid"/>
          </a:ln>
        </p:spPr>
      </p:sp>
      <p:sp>
        <p:nvSpPr>
          <p:cNvPr id="91" name="Shape 89"/>
          <p:cNvSpPr/>
          <p:nvPr/>
        </p:nvSpPr>
        <p:spPr>
          <a:xfrm>
            <a:off x="8084790" y="7324725"/>
            <a:ext cx="3051721" cy="647700"/>
          </a:xfrm>
          <a:prstGeom prst="roundRect">
            <a:avLst>
              <a:gd name="adj" fmla="val 7353"/>
            </a:avLst>
          </a:prstGeom>
          <a:solidFill>
            <a:srgbClr val="232350"/>
          </a:solidFill>
          <a:ln w="9525">
            <a:solidFill>
              <a:srgbClr val="34346A"/>
            </a:solidFill>
            <a:prstDash val="solid"/>
          </a:ln>
        </p:spPr>
      </p:sp>
      <p:sp>
        <p:nvSpPr>
          <p:cNvPr id="92" name="Text 90"/>
          <p:cNvSpPr/>
          <p:nvPr/>
        </p:nvSpPr>
        <p:spPr>
          <a:xfrm>
            <a:off x="9391501" y="73342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ユ</a:t>
            </a:r>
            <a:endParaRPr lang="en-US" sz="3450" dirty="0"/>
          </a:p>
        </p:txBody>
      </p:sp>
      <p:sp>
        <p:nvSpPr>
          <p:cNvPr id="93" name="Shape 91"/>
          <p:cNvSpPr/>
          <p:nvPr/>
        </p:nvSpPr>
        <p:spPr>
          <a:xfrm>
            <a:off x="11231761" y="7324725"/>
            <a:ext cx="3051870" cy="647700"/>
          </a:xfrm>
          <a:prstGeom prst="roundRect">
            <a:avLst>
              <a:gd name="adj" fmla="val 7353"/>
            </a:avLst>
          </a:prstGeom>
          <a:solidFill>
            <a:srgbClr val="232350"/>
          </a:solidFill>
          <a:ln w="9525">
            <a:solidFill>
              <a:srgbClr val="34346A"/>
            </a:solidFill>
            <a:prstDash val="solid"/>
          </a:ln>
        </p:spPr>
      </p:sp>
      <p:sp>
        <p:nvSpPr>
          <p:cNvPr id="94" name="Shape 92"/>
          <p:cNvSpPr/>
          <p:nvPr/>
        </p:nvSpPr>
        <p:spPr>
          <a:xfrm>
            <a:off x="14378880" y="7324725"/>
            <a:ext cx="3051721" cy="647700"/>
          </a:xfrm>
          <a:prstGeom prst="roundRect">
            <a:avLst>
              <a:gd name="adj" fmla="val 7353"/>
            </a:avLst>
          </a:prstGeom>
          <a:solidFill>
            <a:srgbClr val="232350"/>
          </a:solidFill>
          <a:ln w="9525">
            <a:solidFill>
              <a:srgbClr val="34346A"/>
            </a:solidFill>
            <a:prstDash val="solid"/>
          </a:ln>
        </p:spPr>
      </p:sp>
      <p:sp>
        <p:nvSpPr>
          <p:cNvPr id="95" name="Text 93"/>
          <p:cNvSpPr/>
          <p:nvPr/>
        </p:nvSpPr>
        <p:spPr>
          <a:xfrm>
            <a:off x="15685591" y="73342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ヨ</a:t>
            </a:r>
            <a:endParaRPr lang="en-US" sz="3450" dirty="0"/>
          </a:p>
        </p:txBody>
      </p:sp>
      <p:sp>
        <p:nvSpPr>
          <p:cNvPr id="96" name="Text 94"/>
          <p:cNvSpPr/>
          <p:nvPr/>
        </p:nvSpPr>
        <p:spPr>
          <a:xfrm>
            <a:off x="1182737" y="8220075"/>
            <a:ext cx="263426"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R</a:t>
            </a:r>
            <a:endParaRPr lang="en-US" sz="2100" dirty="0"/>
          </a:p>
        </p:txBody>
      </p:sp>
      <p:sp>
        <p:nvSpPr>
          <p:cNvPr id="97" name="Shape 95"/>
          <p:cNvSpPr/>
          <p:nvPr/>
        </p:nvSpPr>
        <p:spPr>
          <a:xfrm>
            <a:off x="1790700" y="8048625"/>
            <a:ext cx="3051721" cy="647700"/>
          </a:xfrm>
          <a:prstGeom prst="roundRect">
            <a:avLst>
              <a:gd name="adj" fmla="val 7353"/>
            </a:avLst>
          </a:prstGeom>
          <a:solidFill>
            <a:srgbClr val="232350"/>
          </a:solidFill>
          <a:ln w="9525">
            <a:solidFill>
              <a:srgbClr val="34346A"/>
            </a:solidFill>
            <a:prstDash val="solid"/>
          </a:ln>
        </p:spPr>
      </p:sp>
      <p:sp>
        <p:nvSpPr>
          <p:cNvPr id="98" name="Text 96"/>
          <p:cNvSpPr/>
          <p:nvPr/>
        </p:nvSpPr>
        <p:spPr>
          <a:xfrm>
            <a:off x="309741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ラ</a:t>
            </a:r>
            <a:endParaRPr lang="en-US" sz="3450" dirty="0"/>
          </a:p>
        </p:txBody>
      </p:sp>
      <p:sp>
        <p:nvSpPr>
          <p:cNvPr id="99" name="Shape 97"/>
          <p:cNvSpPr/>
          <p:nvPr/>
        </p:nvSpPr>
        <p:spPr>
          <a:xfrm>
            <a:off x="4937671" y="8048625"/>
            <a:ext cx="3051870" cy="647700"/>
          </a:xfrm>
          <a:prstGeom prst="roundRect">
            <a:avLst>
              <a:gd name="adj" fmla="val 7353"/>
            </a:avLst>
          </a:prstGeom>
          <a:solidFill>
            <a:srgbClr val="232350"/>
          </a:solidFill>
          <a:ln w="9525">
            <a:solidFill>
              <a:srgbClr val="34346A"/>
            </a:solidFill>
            <a:prstDash val="solid"/>
          </a:ln>
        </p:spPr>
      </p:sp>
      <p:sp>
        <p:nvSpPr>
          <p:cNvPr id="100" name="Text 98"/>
          <p:cNvSpPr/>
          <p:nvPr/>
        </p:nvSpPr>
        <p:spPr>
          <a:xfrm>
            <a:off x="6244530"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リ</a:t>
            </a:r>
            <a:endParaRPr lang="en-US" sz="3450" dirty="0"/>
          </a:p>
        </p:txBody>
      </p:sp>
      <p:sp>
        <p:nvSpPr>
          <p:cNvPr id="101" name="Shape 99"/>
          <p:cNvSpPr/>
          <p:nvPr/>
        </p:nvSpPr>
        <p:spPr>
          <a:xfrm>
            <a:off x="8084790" y="8048625"/>
            <a:ext cx="3051721" cy="647700"/>
          </a:xfrm>
          <a:prstGeom prst="roundRect">
            <a:avLst>
              <a:gd name="adj" fmla="val 7353"/>
            </a:avLst>
          </a:prstGeom>
          <a:solidFill>
            <a:srgbClr val="232350"/>
          </a:solidFill>
          <a:ln w="9525">
            <a:solidFill>
              <a:srgbClr val="34346A"/>
            </a:solidFill>
            <a:prstDash val="solid"/>
          </a:ln>
        </p:spPr>
      </p:sp>
      <p:sp>
        <p:nvSpPr>
          <p:cNvPr id="102" name="Text 100"/>
          <p:cNvSpPr/>
          <p:nvPr/>
        </p:nvSpPr>
        <p:spPr>
          <a:xfrm>
            <a:off x="939150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ル</a:t>
            </a:r>
            <a:endParaRPr lang="en-US" sz="3450" dirty="0"/>
          </a:p>
        </p:txBody>
      </p:sp>
      <p:sp>
        <p:nvSpPr>
          <p:cNvPr id="103" name="Shape 101"/>
          <p:cNvSpPr/>
          <p:nvPr/>
        </p:nvSpPr>
        <p:spPr>
          <a:xfrm>
            <a:off x="11231761" y="8048625"/>
            <a:ext cx="3051870" cy="647700"/>
          </a:xfrm>
          <a:prstGeom prst="roundRect">
            <a:avLst>
              <a:gd name="adj" fmla="val 7353"/>
            </a:avLst>
          </a:prstGeom>
          <a:solidFill>
            <a:srgbClr val="232350"/>
          </a:solidFill>
          <a:ln w="9525">
            <a:solidFill>
              <a:srgbClr val="34346A"/>
            </a:solidFill>
            <a:prstDash val="solid"/>
          </a:ln>
        </p:spPr>
      </p:sp>
      <p:sp>
        <p:nvSpPr>
          <p:cNvPr id="104" name="Text 102"/>
          <p:cNvSpPr/>
          <p:nvPr/>
        </p:nvSpPr>
        <p:spPr>
          <a:xfrm>
            <a:off x="1253862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レ</a:t>
            </a:r>
            <a:endParaRPr lang="en-US" sz="3450" dirty="0"/>
          </a:p>
        </p:txBody>
      </p:sp>
      <p:sp>
        <p:nvSpPr>
          <p:cNvPr id="105" name="Shape 103"/>
          <p:cNvSpPr/>
          <p:nvPr/>
        </p:nvSpPr>
        <p:spPr>
          <a:xfrm>
            <a:off x="14378880" y="8048625"/>
            <a:ext cx="3051721" cy="647700"/>
          </a:xfrm>
          <a:prstGeom prst="roundRect">
            <a:avLst>
              <a:gd name="adj" fmla="val 7353"/>
            </a:avLst>
          </a:prstGeom>
          <a:solidFill>
            <a:srgbClr val="232350"/>
          </a:solidFill>
          <a:ln w="9525">
            <a:solidFill>
              <a:srgbClr val="34346A"/>
            </a:solidFill>
            <a:prstDash val="solid"/>
          </a:ln>
        </p:spPr>
      </p:sp>
      <p:sp>
        <p:nvSpPr>
          <p:cNvPr id="106" name="Text 104"/>
          <p:cNvSpPr/>
          <p:nvPr/>
        </p:nvSpPr>
        <p:spPr>
          <a:xfrm>
            <a:off x="1568559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ロ</a:t>
            </a:r>
            <a:endParaRPr lang="en-US" sz="3450" dirty="0"/>
          </a:p>
        </p:txBody>
      </p:sp>
      <p:sp>
        <p:nvSpPr>
          <p:cNvPr id="107" name="Text 105"/>
          <p:cNvSpPr/>
          <p:nvPr/>
        </p:nvSpPr>
        <p:spPr>
          <a:xfrm>
            <a:off x="1146125" y="8943975"/>
            <a:ext cx="336500"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W</a:t>
            </a:r>
            <a:endParaRPr lang="en-US" sz="2100" dirty="0"/>
          </a:p>
        </p:txBody>
      </p:sp>
      <p:sp>
        <p:nvSpPr>
          <p:cNvPr id="108" name="Shape 106"/>
          <p:cNvSpPr/>
          <p:nvPr/>
        </p:nvSpPr>
        <p:spPr>
          <a:xfrm>
            <a:off x="1790700" y="8772525"/>
            <a:ext cx="3051721" cy="647700"/>
          </a:xfrm>
          <a:prstGeom prst="roundRect">
            <a:avLst>
              <a:gd name="adj" fmla="val 7353"/>
            </a:avLst>
          </a:prstGeom>
          <a:solidFill>
            <a:srgbClr val="232350"/>
          </a:solidFill>
          <a:ln w="9525">
            <a:solidFill>
              <a:srgbClr val="34346A"/>
            </a:solidFill>
            <a:prstDash val="solid"/>
          </a:ln>
        </p:spPr>
      </p:sp>
      <p:sp>
        <p:nvSpPr>
          <p:cNvPr id="109" name="Text 107"/>
          <p:cNvSpPr/>
          <p:nvPr/>
        </p:nvSpPr>
        <p:spPr>
          <a:xfrm>
            <a:off x="3097411" y="87820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ワ</a:t>
            </a:r>
            <a:endParaRPr lang="en-US" sz="3450" dirty="0"/>
          </a:p>
        </p:txBody>
      </p:sp>
      <p:sp>
        <p:nvSpPr>
          <p:cNvPr id="110" name="Shape 108"/>
          <p:cNvSpPr/>
          <p:nvPr/>
        </p:nvSpPr>
        <p:spPr>
          <a:xfrm>
            <a:off x="4937671" y="8772525"/>
            <a:ext cx="3051870" cy="647700"/>
          </a:xfrm>
          <a:prstGeom prst="roundRect">
            <a:avLst>
              <a:gd name="adj" fmla="val 7353"/>
            </a:avLst>
          </a:prstGeom>
          <a:solidFill>
            <a:srgbClr val="232350"/>
          </a:solidFill>
          <a:ln w="9525">
            <a:solidFill>
              <a:srgbClr val="34346A"/>
            </a:solidFill>
            <a:prstDash val="solid"/>
          </a:ln>
        </p:spPr>
      </p:sp>
      <p:sp>
        <p:nvSpPr>
          <p:cNvPr id="111" name="Shape 109"/>
          <p:cNvSpPr/>
          <p:nvPr/>
        </p:nvSpPr>
        <p:spPr>
          <a:xfrm>
            <a:off x="8084790" y="8772525"/>
            <a:ext cx="3051721" cy="647700"/>
          </a:xfrm>
          <a:prstGeom prst="roundRect">
            <a:avLst>
              <a:gd name="adj" fmla="val 7353"/>
            </a:avLst>
          </a:prstGeom>
          <a:solidFill>
            <a:srgbClr val="232350"/>
          </a:solidFill>
          <a:ln w="9525">
            <a:solidFill>
              <a:srgbClr val="34346A"/>
            </a:solidFill>
            <a:prstDash val="solid"/>
          </a:ln>
        </p:spPr>
      </p:sp>
      <p:sp>
        <p:nvSpPr>
          <p:cNvPr id="112" name="Shape 110"/>
          <p:cNvSpPr/>
          <p:nvPr/>
        </p:nvSpPr>
        <p:spPr>
          <a:xfrm>
            <a:off x="11231761" y="8772525"/>
            <a:ext cx="3051870" cy="647700"/>
          </a:xfrm>
          <a:prstGeom prst="roundRect">
            <a:avLst>
              <a:gd name="adj" fmla="val 7353"/>
            </a:avLst>
          </a:prstGeom>
          <a:solidFill>
            <a:srgbClr val="232350"/>
          </a:solidFill>
          <a:ln w="9525">
            <a:solidFill>
              <a:srgbClr val="34346A"/>
            </a:solidFill>
            <a:prstDash val="solid"/>
          </a:ln>
        </p:spPr>
      </p:sp>
      <p:sp>
        <p:nvSpPr>
          <p:cNvPr id="113" name="Shape 111"/>
          <p:cNvSpPr/>
          <p:nvPr/>
        </p:nvSpPr>
        <p:spPr>
          <a:xfrm>
            <a:off x="14378880" y="8772525"/>
            <a:ext cx="3051721" cy="647700"/>
          </a:xfrm>
          <a:prstGeom prst="roundRect">
            <a:avLst>
              <a:gd name="adj" fmla="val 7353"/>
            </a:avLst>
          </a:prstGeom>
          <a:solidFill>
            <a:srgbClr val="232350"/>
          </a:solidFill>
          <a:ln w="9525">
            <a:solidFill>
              <a:srgbClr val="34346A"/>
            </a:solidFill>
            <a:prstDash val="solid"/>
          </a:ln>
        </p:spPr>
      </p:sp>
      <p:sp>
        <p:nvSpPr>
          <p:cNvPr id="114" name="Text 112"/>
          <p:cNvSpPr/>
          <p:nvPr/>
        </p:nvSpPr>
        <p:spPr>
          <a:xfrm>
            <a:off x="15685591" y="87820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ヲ</a:t>
            </a:r>
            <a:endParaRPr lang="en-US" sz="3450" dirty="0"/>
          </a:p>
        </p:txBody>
      </p:sp>
      <p:sp>
        <p:nvSpPr>
          <p:cNvPr id="115" name="Text 113"/>
          <p:cNvSpPr/>
          <p:nvPr/>
        </p:nvSpPr>
        <p:spPr>
          <a:xfrm>
            <a:off x="1173956" y="9667875"/>
            <a:ext cx="280839"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N</a:t>
            </a:r>
            <a:endParaRPr lang="en-US" sz="2100" dirty="0"/>
          </a:p>
        </p:txBody>
      </p:sp>
      <p:sp>
        <p:nvSpPr>
          <p:cNvPr id="116" name="Shape 114"/>
          <p:cNvSpPr/>
          <p:nvPr/>
        </p:nvSpPr>
        <p:spPr>
          <a:xfrm>
            <a:off x="1790700" y="9496425"/>
            <a:ext cx="3051721" cy="647700"/>
          </a:xfrm>
          <a:prstGeom prst="roundRect">
            <a:avLst>
              <a:gd name="adj" fmla="val 7353"/>
            </a:avLst>
          </a:prstGeom>
          <a:solidFill>
            <a:srgbClr val="232350"/>
          </a:solidFill>
          <a:ln w="9525">
            <a:solidFill>
              <a:srgbClr val="34346A"/>
            </a:solidFill>
            <a:prstDash val="solid"/>
          </a:ln>
        </p:spPr>
      </p:sp>
      <p:sp>
        <p:nvSpPr>
          <p:cNvPr id="117" name="Text 115"/>
          <p:cNvSpPr/>
          <p:nvPr/>
        </p:nvSpPr>
        <p:spPr>
          <a:xfrm>
            <a:off x="3097411" y="9505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ン</a:t>
            </a:r>
            <a:endParaRPr lang="en-US" sz="3450" dirty="0"/>
          </a:p>
        </p:txBody>
      </p:sp>
      <p:sp>
        <p:nvSpPr>
          <p:cNvPr id="118" name="Shape 116"/>
          <p:cNvSpPr/>
          <p:nvPr/>
        </p:nvSpPr>
        <p:spPr>
          <a:xfrm>
            <a:off x="4937671" y="9496425"/>
            <a:ext cx="3051870" cy="647700"/>
          </a:xfrm>
          <a:prstGeom prst="roundRect">
            <a:avLst>
              <a:gd name="adj" fmla="val 7353"/>
            </a:avLst>
          </a:prstGeom>
          <a:solidFill>
            <a:srgbClr val="232350"/>
          </a:solidFill>
          <a:ln w="9525">
            <a:solidFill>
              <a:srgbClr val="34346A"/>
            </a:solidFill>
            <a:prstDash val="solid"/>
          </a:ln>
        </p:spPr>
      </p:sp>
      <p:sp>
        <p:nvSpPr>
          <p:cNvPr id="119" name="Shape 117"/>
          <p:cNvSpPr/>
          <p:nvPr/>
        </p:nvSpPr>
        <p:spPr>
          <a:xfrm>
            <a:off x="8084790" y="9496425"/>
            <a:ext cx="3051721" cy="647700"/>
          </a:xfrm>
          <a:prstGeom prst="roundRect">
            <a:avLst>
              <a:gd name="adj" fmla="val 7353"/>
            </a:avLst>
          </a:prstGeom>
          <a:solidFill>
            <a:srgbClr val="232350"/>
          </a:solidFill>
          <a:ln w="9525">
            <a:solidFill>
              <a:srgbClr val="34346A"/>
            </a:solidFill>
            <a:prstDash val="solid"/>
          </a:ln>
        </p:spPr>
      </p:sp>
      <p:sp>
        <p:nvSpPr>
          <p:cNvPr id="120" name="Shape 118"/>
          <p:cNvSpPr/>
          <p:nvPr/>
        </p:nvSpPr>
        <p:spPr>
          <a:xfrm>
            <a:off x="11231761" y="9496425"/>
            <a:ext cx="3051870" cy="647700"/>
          </a:xfrm>
          <a:prstGeom prst="roundRect">
            <a:avLst>
              <a:gd name="adj" fmla="val 7353"/>
            </a:avLst>
          </a:prstGeom>
          <a:solidFill>
            <a:srgbClr val="232350"/>
          </a:solidFill>
          <a:ln w="9525">
            <a:solidFill>
              <a:srgbClr val="34346A"/>
            </a:solidFill>
            <a:prstDash val="solid"/>
          </a:ln>
        </p:spPr>
      </p:sp>
      <p:sp>
        <p:nvSpPr>
          <p:cNvPr id="121" name="Shape 119"/>
          <p:cNvSpPr/>
          <p:nvPr/>
        </p:nvSpPr>
        <p:spPr>
          <a:xfrm>
            <a:off x="14378880" y="9496425"/>
            <a:ext cx="3051721" cy="647700"/>
          </a:xfrm>
          <a:prstGeom prst="roundRect">
            <a:avLst>
              <a:gd name="adj" fmla="val 7353"/>
            </a:avLst>
          </a:prstGeom>
          <a:solidFill>
            <a:srgbClr val="232350"/>
          </a:solidFill>
          <a:ln w="9525">
            <a:solidFill>
              <a:srgbClr val="34346A"/>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795588"/>
            <a:ext cx="17392650" cy="3048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PUTTING KANA TO WORK</a:t>
            </a:r>
            <a:endParaRPr lang="en-US" sz="1800" dirty="0"/>
          </a:p>
        </p:txBody>
      </p:sp>
      <p:sp>
        <p:nvSpPr>
          <p:cNvPr id="3" name="Text 1"/>
          <p:cNvSpPr/>
          <p:nvPr/>
        </p:nvSpPr>
        <p:spPr>
          <a:xfrm>
            <a:off x="1238250" y="3233738"/>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Reading Your First Words</a:t>
            </a:r>
            <a:endParaRPr lang="en-US" sz="5250" dirty="0"/>
          </a:p>
        </p:txBody>
      </p:sp>
      <p:sp>
        <p:nvSpPr>
          <p:cNvPr id="4" name="Shape 2"/>
          <p:cNvSpPr/>
          <p:nvPr/>
        </p:nvSpPr>
        <p:spPr>
          <a:xfrm>
            <a:off x="1238250" y="4195763"/>
            <a:ext cx="800100" cy="38100"/>
          </a:xfrm>
          <a:prstGeom prst="rect">
            <a:avLst/>
          </a:prstGeom>
          <a:solidFill>
            <a:srgbClr val="FFD700"/>
          </a:solidFill>
          <a:ln/>
        </p:spPr>
      </p:sp>
      <p:sp>
        <p:nvSpPr>
          <p:cNvPr id="5" name="Shape 3"/>
          <p:cNvSpPr/>
          <p:nvPr/>
        </p:nvSpPr>
        <p:spPr>
          <a:xfrm>
            <a:off x="1238250" y="4843463"/>
            <a:ext cx="3738563" cy="2647950"/>
          </a:xfrm>
          <a:prstGeom prst="roundRect">
            <a:avLst>
              <a:gd name="adj" fmla="val 2158"/>
            </a:avLst>
          </a:prstGeom>
          <a:solidFill>
            <a:srgbClr val="232350"/>
          </a:solidFill>
          <a:ln w="9525">
            <a:solidFill>
              <a:srgbClr val="34346A"/>
            </a:solidFill>
            <a:prstDash val="solid"/>
          </a:ln>
        </p:spPr>
      </p:sp>
      <p:sp>
        <p:nvSpPr>
          <p:cNvPr id="6" name="Text 4"/>
          <p:cNvSpPr/>
          <p:nvPr/>
        </p:nvSpPr>
        <p:spPr>
          <a:xfrm>
            <a:off x="1397079" y="5253038"/>
            <a:ext cx="3420904" cy="914400"/>
          </a:xfrm>
          <a:prstGeom prst="rect">
            <a:avLst/>
          </a:prstGeom>
          <a:noFill/>
          <a:ln/>
        </p:spPr>
        <p:txBody>
          <a:bodyPr wrap="square" lIns="25400" tIns="25400" rIns="25400" bIns="25400" rtlCol="0" anchor="t">
            <a:normAutofit/>
          </a:bodyPr>
          <a:lstStyle/>
          <a:p>
            <a:pPr algn="ctr" indent="0" marL="0">
              <a:lnSpc>
                <a:spcPct val="100000"/>
              </a:lnSpc>
              <a:buNone/>
            </a:pPr>
            <a:r>
              <a:rPr lang="en-US" sz="6900" dirty="0">
                <a:solidFill>
                  <a:srgbClr val="FFB7C5"/>
                </a:solidFill>
                <a:latin typeface="Georgia" pitchFamily="34" charset="0"/>
                <a:ea typeface="Georgia" pitchFamily="34" charset="-122"/>
                <a:cs typeface="Georgia" pitchFamily="34" charset="-120"/>
              </a:rPr>
              <a:t>さくら</a:t>
            </a:r>
            <a:endParaRPr lang="en-US" sz="6900" dirty="0"/>
          </a:p>
        </p:txBody>
      </p:sp>
      <p:sp>
        <p:nvSpPr>
          <p:cNvPr id="7" name="Text 5"/>
          <p:cNvSpPr/>
          <p:nvPr/>
        </p:nvSpPr>
        <p:spPr>
          <a:xfrm>
            <a:off x="1397079" y="6300788"/>
            <a:ext cx="3420904"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sa · ku · ra</a:t>
            </a:r>
            <a:endParaRPr lang="en-US" sz="2250" dirty="0"/>
          </a:p>
        </p:txBody>
      </p:sp>
      <p:sp>
        <p:nvSpPr>
          <p:cNvPr id="8" name="Text 6"/>
          <p:cNvSpPr/>
          <p:nvPr/>
        </p:nvSpPr>
        <p:spPr>
          <a:xfrm>
            <a:off x="1397079" y="6729413"/>
            <a:ext cx="3420904" cy="390525"/>
          </a:xfrm>
          <a:prstGeom prst="rect">
            <a:avLst/>
          </a:prstGeom>
          <a:noFill/>
          <a:ln/>
        </p:spPr>
        <p:txBody>
          <a:bodyPr wrap="square" lIns="25400" tIns="25400" rIns="25400" bIns="25400" rtlCol="0" anchor="t">
            <a:normAutofit/>
          </a:bodyPr>
          <a:lstStyle/>
          <a:p>
            <a:pPr algn="ctr" indent="0" marL="0">
              <a:buNone/>
            </a:pPr>
            <a:r>
              <a:rPr lang="en-US" sz="1950" dirty="0">
                <a:solidFill>
                  <a:srgbClr val="EDE8E0"/>
                </a:solidFill>
                <a:latin typeface="Arial" pitchFamily="34" charset="0"/>
                <a:ea typeface="Arial" pitchFamily="34" charset="-122"/>
                <a:cs typeface="Arial" pitchFamily="34" charset="-120"/>
              </a:rPr>
              <a:t>cherry blossom</a:t>
            </a:r>
            <a:endParaRPr lang="en-US" sz="1950" dirty="0"/>
          </a:p>
        </p:txBody>
      </p:sp>
      <p:sp>
        <p:nvSpPr>
          <p:cNvPr id="9" name="Shape 7"/>
          <p:cNvSpPr/>
          <p:nvPr/>
        </p:nvSpPr>
        <p:spPr>
          <a:xfrm>
            <a:off x="5262563" y="4843463"/>
            <a:ext cx="3738563" cy="2647950"/>
          </a:xfrm>
          <a:prstGeom prst="roundRect">
            <a:avLst>
              <a:gd name="adj" fmla="val 2158"/>
            </a:avLst>
          </a:prstGeom>
          <a:solidFill>
            <a:srgbClr val="232350"/>
          </a:solidFill>
          <a:ln w="9525">
            <a:solidFill>
              <a:srgbClr val="34346A"/>
            </a:solidFill>
            <a:prstDash val="solid"/>
          </a:ln>
        </p:spPr>
      </p:sp>
      <p:sp>
        <p:nvSpPr>
          <p:cNvPr id="10" name="Text 8"/>
          <p:cNvSpPr/>
          <p:nvPr/>
        </p:nvSpPr>
        <p:spPr>
          <a:xfrm>
            <a:off x="5421392" y="5253038"/>
            <a:ext cx="3420904" cy="914400"/>
          </a:xfrm>
          <a:prstGeom prst="rect">
            <a:avLst/>
          </a:prstGeom>
          <a:noFill/>
          <a:ln/>
        </p:spPr>
        <p:txBody>
          <a:bodyPr wrap="square" lIns="25400" tIns="25400" rIns="25400" bIns="25400" rtlCol="0" anchor="t">
            <a:normAutofit/>
          </a:bodyPr>
          <a:lstStyle/>
          <a:p>
            <a:pPr algn="ctr" indent="0" marL="0">
              <a:lnSpc>
                <a:spcPct val="100000"/>
              </a:lnSpc>
              <a:buNone/>
            </a:pPr>
            <a:r>
              <a:rPr lang="en-US" sz="6900" dirty="0">
                <a:solidFill>
                  <a:srgbClr val="FFB7C5"/>
                </a:solidFill>
                <a:latin typeface="Georgia" pitchFamily="34" charset="0"/>
                <a:ea typeface="Georgia" pitchFamily="34" charset="-122"/>
                <a:cs typeface="Georgia" pitchFamily="34" charset="-120"/>
              </a:rPr>
              <a:t>すし</a:t>
            </a:r>
            <a:endParaRPr lang="en-US" sz="6900" dirty="0"/>
          </a:p>
        </p:txBody>
      </p:sp>
      <p:sp>
        <p:nvSpPr>
          <p:cNvPr id="11" name="Text 9"/>
          <p:cNvSpPr/>
          <p:nvPr/>
        </p:nvSpPr>
        <p:spPr>
          <a:xfrm>
            <a:off x="5421392" y="6300788"/>
            <a:ext cx="3420904"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su · shi</a:t>
            </a:r>
            <a:endParaRPr lang="en-US" sz="2250" dirty="0"/>
          </a:p>
        </p:txBody>
      </p:sp>
      <p:sp>
        <p:nvSpPr>
          <p:cNvPr id="12" name="Text 10"/>
          <p:cNvSpPr/>
          <p:nvPr/>
        </p:nvSpPr>
        <p:spPr>
          <a:xfrm>
            <a:off x="5421392" y="6729413"/>
            <a:ext cx="3420904" cy="390525"/>
          </a:xfrm>
          <a:prstGeom prst="rect">
            <a:avLst/>
          </a:prstGeom>
          <a:noFill/>
          <a:ln/>
        </p:spPr>
        <p:txBody>
          <a:bodyPr wrap="square" lIns="25400" tIns="25400" rIns="25400" bIns="25400" rtlCol="0" anchor="t">
            <a:normAutofit/>
          </a:bodyPr>
          <a:lstStyle/>
          <a:p>
            <a:pPr algn="ctr" indent="0" marL="0">
              <a:buNone/>
            </a:pPr>
            <a:r>
              <a:rPr lang="en-US" sz="1950" dirty="0">
                <a:solidFill>
                  <a:srgbClr val="EDE8E0"/>
                </a:solidFill>
                <a:latin typeface="Arial" pitchFamily="34" charset="0"/>
                <a:ea typeface="Arial" pitchFamily="34" charset="-122"/>
                <a:cs typeface="Arial" pitchFamily="34" charset="-120"/>
              </a:rPr>
              <a:t>sushi</a:t>
            </a:r>
            <a:endParaRPr lang="en-US" sz="1950" dirty="0"/>
          </a:p>
        </p:txBody>
      </p:sp>
      <p:sp>
        <p:nvSpPr>
          <p:cNvPr id="13" name="Shape 11"/>
          <p:cNvSpPr/>
          <p:nvPr/>
        </p:nvSpPr>
        <p:spPr>
          <a:xfrm>
            <a:off x="9286875" y="4843463"/>
            <a:ext cx="3738563" cy="2647950"/>
          </a:xfrm>
          <a:prstGeom prst="roundRect">
            <a:avLst>
              <a:gd name="adj" fmla="val 2158"/>
            </a:avLst>
          </a:prstGeom>
          <a:solidFill>
            <a:srgbClr val="232350"/>
          </a:solidFill>
          <a:ln w="9525">
            <a:solidFill>
              <a:srgbClr val="34346A"/>
            </a:solidFill>
            <a:prstDash val="solid"/>
          </a:ln>
        </p:spPr>
      </p:sp>
      <p:sp>
        <p:nvSpPr>
          <p:cNvPr id="14" name="Text 12"/>
          <p:cNvSpPr/>
          <p:nvPr/>
        </p:nvSpPr>
        <p:spPr>
          <a:xfrm>
            <a:off x="9445704" y="5253038"/>
            <a:ext cx="3420904" cy="914400"/>
          </a:xfrm>
          <a:prstGeom prst="rect">
            <a:avLst/>
          </a:prstGeom>
          <a:noFill/>
          <a:ln/>
        </p:spPr>
        <p:txBody>
          <a:bodyPr wrap="square" lIns="25400" tIns="25400" rIns="25400" bIns="25400" rtlCol="0" anchor="t">
            <a:normAutofit/>
          </a:bodyPr>
          <a:lstStyle/>
          <a:p>
            <a:pPr algn="ctr" indent="0" marL="0">
              <a:lnSpc>
                <a:spcPct val="100000"/>
              </a:lnSpc>
              <a:buNone/>
            </a:pPr>
            <a:r>
              <a:rPr lang="en-US" sz="6900" dirty="0">
                <a:solidFill>
                  <a:srgbClr val="FFB7C5"/>
                </a:solidFill>
                <a:latin typeface="Georgia" pitchFamily="34" charset="0"/>
                <a:ea typeface="Georgia" pitchFamily="34" charset="-122"/>
                <a:cs typeface="Georgia" pitchFamily="34" charset="-120"/>
              </a:rPr>
              <a:t>ねこ</a:t>
            </a:r>
            <a:endParaRPr lang="en-US" sz="6900" dirty="0"/>
          </a:p>
        </p:txBody>
      </p:sp>
      <p:sp>
        <p:nvSpPr>
          <p:cNvPr id="15" name="Text 13"/>
          <p:cNvSpPr/>
          <p:nvPr/>
        </p:nvSpPr>
        <p:spPr>
          <a:xfrm>
            <a:off x="9445704" y="6300788"/>
            <a:ext cx="3420904"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ne · ko</a:t>
            </a:r>
            <a:endParaRPr lang="en-US" sz="2250" dirty="0"/>
          </a:p>
        </p:txBody>
      </p:sp>
      <p:sp>
        <p:nvSpPr>
          <p:cNvPr id="16" name="Text 14"/>
          <p:cNvSpPr/>
          <p:nvPr/>
        </p:nvSpPr>
        <p:spPr>
          <a:xfrm>
            <a:off x="9445704" y="6729413"/>
            <a:ext cx="3420904" cy="390525"/>
          </a:xfrm>
          <a:prstGeom prst="rect">
            <a:avLst/>
          </a:prstGeom>
          <a:noFill/>
          <a:ln/>
        </p:spPr>
        <p:txBody>
          <a:bodyPr wrap="square" lIns="25400" tIns="25400" rIns="25400" bIns="25400" rtlCol="0" anchor="t">
            <a:normAutofit/>
          </a:bodyPr>
          <a:lstStyle/>
          <a:p>
            <a:pPr algn="ctr" indent="0" marL="0">
              <a:buNone/>
            </a:pPr>
            <a:r>
              <a:rPr lang="en-US" sz="1950" dirty="0">
                <a:solidFill>
                  <a:srgbClr val="EDE8E0"/>
                </a:solidFill>
                <a:latin typeface="Arial" pitchFamily="34" charset="0"/>
                <a:ea typeface="Arial" pitchFamily="34" charset="-122"/>
                <a:cs typeface="Arial" pitchFamily="34" charset="-120"/>
              </a:rPr>
              <a:t>cat</a:t>
            </a:r>
            <a:endParaRPr lang="en-US" sz="1950" dirty="0"/>
          </a:p>
        </p:txBody>
      </p:sp>
      <p:sp>
        <p:nvSpPr>
          <p:cNvPr id="17" name="Shape 15"/>
          <p:cNvSpPr/>
          <p:nvPr/>
        </p:nvSpPr>
        <p:spPr>
          <a:xfrm>
            <a:off x="13311188" y="4843463"/>
            <a:ext cx="3738563" cy="2647950"/>
          </a:xfrm>
          <a:prstGeom prst="roundRect">
            <a:avLst>
              <a:gd name="adj" fmla="val 2158"/>
            </a:avLst>
          </a:prstGeom>
          <a:solidFill>
            <a:srgbClr val="232350"/>
          </a:solidFill>
          <a:ln w="9525">
            <a:solidFill>
              <a:srgbClr val="34346A"/>
            </a:solidFill>
            <a:prstDash val="solid"/>
          </a:ln>
        </p:spPr>
      </p:sp>
      <p:sp>
        <p:nvSpPr>
          <p:cNvPr id="18" name="Text 16"/>
          <p:cNvSpPr/>
          <p:nvPr/>
        </p:nvSpPr>
        <p:spPr>
          <a:xfrm>
            <a:off x="13470017" y="5253038"/>
            <a:ext cx="3420904" cy="914400"/>
          </a:xfrm>
          <a:prstGeom prst="rect">
            <a:avLst/>
          </a:prstGeom>
          <a:noFill/>
          <a:ln/>
        </p:spPr>
        <p:txBody>
          <a:bodyPr wrap="square" lIns="25400" tIns="25400" rIns="25400" bIns="25400" rtlCol="0" anchor="t">
            <a:normAutofit/>
          </a:bodyPr>
          <a:lstStyle/>
          <a:p>
            <a:pPr algn="ctr" indent="0" marL="0">
              <a:lnSpc>
                <a:spcPct val="100000"/>
              </a:lnSpc>
              <a:buNone/>
            </a:pPr>
            <a:r>
              <a:rPr lang="en-US" sz="6900" dirty="0">
                <a:solidFill>
                  <a:srgbClr val="FFB7C5"/>
                </a:solidFill>
                <a:latin typeface="Georgia" pitchFamily="34" charset="0"/>
                <a:ea typeface="Georgia" pitchFamily="34" charset="-122"/>
                <a:cs typeface="Georgia" pitchFamily="34" charset="-120"/>
              </a:rPr>
              <a:t>やま</a:t>
            </a:r>
            <a:endParaRPr lang="en-US" sz="6900" dirty="0"/>
          </a:p>
        </p:txBody>
      </p:sp>
      <p:sp>
        <p:nvSpPr>
          <p:cNvPr id="19" name="Text 17"/>
          <p:cNvSpPr/>
          <p:nvPr/>
        </p:nvSpPr>
        <p:spPr>
          <a:xfrm>
            <a:off x="13470017" y="6300788"/>
            <a:ext cx="3420904"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ya · ma</a:t>
            </a:r>
            <a:endParaRPr lang="en-US" sz="2250" dirty="0"/>
          </a:p>
        </p:txBody>
      </p:sp>
      <p:sp>
        <p:nvSpPr>
          <p:cNvPr id="20" name="Text 18"/>
          <p:cNvSpPr/>
          <p:nvPr/>
        </p:nvSpPr>
        <p:spPr>
          <a:xfrm>
            <a:off x="13470017" y="6729413"/>
            <a:ext cx="3420904" cy="390525"/>
          </a:xfrm>
          <a:prstGeom prst="rect">
            <a:avLst/>
          </a:prstGeom>
          <a:noFill/>
          <a:ln/>
        </p:spPr>
        <p:txBody>
          <a:bodyPr wrap="square" lIns="25400" tIns="25400" rIns="25400" bIns="25400" rtlCol="0" anchor="t">
            <a:normAutofit/>
          </a:bodyPr>
          <a:lstStyle/>
          <a:p>
            <a:pPr algn="ctr" indent="0" marL="0">
              <a:buNone/>
            </a:pPr>
            <a:r>
              <a:rPr lang="en-US" sz="1950" dirty="0">
                <a:solidFill>
                  <a:srgbClr val="EDE8E0"/>
                </a:solidFill>
                <a:latin typeface="Arial" pitchFamily="34" charset="0"/>
                <a:ea typeface="Arial" pitchFamily="34" charset="-122"/>
                <a:cs typeface="Arial" pitchFamily="34" charset="-120"/>
              </a:rPr>
              <a:t>mountain</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62F"/>
        </a:solidFill>
      </p:bgPr>
    </p:bg>
    <p:spTree>
      <p:nvGrpSpPr>
        <p:cNvPr id="1" name=""/>
        <p:cNvGrpSpPr/>
        <p:nvPr/>
      </p:nvGrpSpPr>
      <p:grpSpPr>
        <a:xfrm>
          <a:off x="0" y="0"/>
          <a:ext cx="0" cy="0"/>
          <a:chOff x="0" y="0"/>
          <a:chExt cx="0" cy="0"/>
        </a:xfrm>
      </p:grpSpPr>
      <p:sp>
        <p:nvSpPr>
          <p:cNvPr id="2" name="Text 0"/>
          <p:cNvSpPr/>
          <p:nvPr/>
        </p:nvSpPr>
        <p:spPr>
          <a:xfrm>
            <a:off x="12858750" y="2286000"/>
            <a:ext cx="6286500" cy="5753100"/>
          </a:xfrm>
          <a:prstGeom prst="rect">
            <a:avLst/>
          </a:prstGeom>
          <a:noFill/>
          <a:ln/>
        </p:spPr>
        <p:txBody>
          <a:bodyPr wrap="square" lIns="25400" tIns="25400" rIns="25400" bIns="25400" rtlCol="0" anchor="t">
            <a:normAutofit/>
          </a:bodyPr>
          <a:lstStyle/>
          <a:p>
            <a:pPr algn="l" indent="0" marL="0">
              <a:lnSpc>
                <a:spcPct val="112500"/>
              </a:lnSpc>
              <a:buNone/>
            </a:pPr>
            <a:r>
              <a:rPr lang="en-US" sz="40000" b="1" dirty="0">
                <a:solidFill>
                  <a:srgbClr val="FFD700">
                    <a:alpha val="5000"/>
                  </a:srgbClr>
                </a:solidFill>
                <a:latin typeface="Georgia" pitchFamily="34" charset="0"/>
                <a:ea typeface="Georgia" pitchFamily="34" charset="-122"/>
                <a:cs typeface="Georgia" pitchFamily="34" charset="-120"/>
              </a:rPr>
              <a:t>本</a:t>
            </a:r>
            <a:endParaRPr lang="en-US" sz="40000" dirty="0"/>
          </a:p>
        </p:txBody>
      </p:sp>
      <p:sp>
        <p:nvSpPr>
          <p:cNvPr id="3" name="Shape 1"/>
          <p:cNvSpPr/>
          <p:nvPr/>
        </p:nvSpPr>
        <p:spPr>
          <a:xfrm>
            <a:off x="0" y="8858250"/>
            <a:ext cx="18288000" cy="1428750"/>
          </a:xfrm>
          <a:prstGeom prst="rect">
            <a:avLst/>
          </a:prstGeom>
          <a:gradFill rotWithShape="1">
            <a:gsLst>
              <a:gs pos="24000">
                <a:srgbClr val="121228">
                  <a:alpha val="100000"/>
                </a:srgbClr>
              </a:gs>
              <a:gs pos="25000">
                <a:srgbClr val="2E263B">
                  <a:alpha val="100000"/>
                </a:srgbClr>
              </a:gs>
              <a:gs pos="28000">
                <a:srgbClr val="2E263B">
                  <a:alpha val="100000"/>
                </a:srgbClr>
              </a:gs>
              <a:gs pos="29000">
                <a:srgbClr val="121228">
                  <a:alpha val="100000"/>
                </a:srgbClr>
              </a:gs>
              <a:gs pos="36000">
                <a:srgbClr val="121228">
                  <a:alpha val="100000"/>
                </a:srgbClr>
              </a:gs>
              <a:gs pos="37000">
                <a:srgbClr val="2E263B">
                  <a:alpha val="100000"/>
                </a:srgbClr>
              </a:gs>
              <a:gs pos="40000">
                <a:srgbClr val="2E263B">
                  <a:alpha val="100000"/>
                </a:srgbClr>
              </a:gs>
              <a:gs pos="41000">
                <a:srgbClr val="121228">
                  <a:alpha val="100000"/>
                </a:srgbClr>
              </a:gs>
            </a:gsLst>
            <a:path path="circle">
              <a:fillToRect l="100000" t="100000" r="0" b="0"/>
            </a:path>
          </a:gradFill>
          <a:ln/>
        </p:spPr>
      </p:sp>
      <p:sp>
        <p:nvSpPr>
          <p:cNvPr id="4" name="Text 2"/>
          <p:cNvSpPr/>
          <p:nvPr/>
        </p:nvSpPr>
        <p:spPr>
          <a:xfrm>
            <a:off x="1238250" y="3857625"/>
            <a:ext cx="3685133" cy="2609850"/>
          </a:xfrm>
          <a:prstGeom prst="rect">
            <a:avLst/>
          </a:prstGeom>
          <a:noFill/>
          <a:ln/>
        </p:spPr>
        <p:txBody>
          <a:bodyPr wrap="square" lIns="25400" tIns="25400" rIns="25400" bIns="25400" rtlCol="0" anchor="t">
            <a:normAutofit/>
          </a:bodyPr>
          <a:lstStyle/>
          <a:p>
            <a:pPr algn="l" indent="0" marL="0">
              <a:lnSpc>
                <a:spcPct val="90000"/>
              </a:lnSpc>
              <a:buNone/>
            </a:pPr>
            <a:r>
              <a:rPr lang="en-US" sz="22500" b="1" dirty="0">
                <a:ln w="19050">
                  <a:solidFill>
                    <a:srgbClr val="FFD700"/>
                  </a:solidFill>
                </a:ln>
                <a:solidFill>
                  <a:srgbClr val="000000">
                    <a:alpha val="0"/>
                  </a:srgbClr>
                </a:solidFill>
                <a:latin typeface="Georgia" pitchFamily="34" charset="0"/>
                <a:ea typeface="Georgia" pitchFamily="34" charset="-122"/>
                <a:cs typeface="Georgia" pitchFamily="34" charset="-120"/>
              </a:rPr>
              <a:t>02</a:t>
            </a:r>
            <a:endParaRPr lang="en-US" sz="22500" dirty="0"/>
          </a:p>
        </p:txBody>
      </p:sp>
      <p:sp>
        <p:nvSpPr>
          <p:cNvPr id="5" name="Text 3"/>
          <p:cNvSpPr/>
          <p:nvPr/>
        </p:nvSpPr>
        <p:spPr>
          <a:xfrm>
            <a:off x="5255121" y="3481388"/>
            <a:ext cx="6705600" cy="314325"/>
          </a:xfrm>
          <a:prstGeom prst="rect">
            <a:avLst/>
          </a:prstGeom>
          <a:noFill/>
          <a:ln/>
        </p:spPr>
        <p:txBody>
          <a:bodyPr wrap="square" lIns="25400" tIns="25400" rIns="25400" bIns="25400" rtlCol="0" anchor="t">
            <a:normAutofit/>
          </a:bodyPr>
          <a:lstStyle/>
          <a:p>
            <a:pPr algn="l" indent="0" marL="0">
              <a:buNone/>
            </a:pPr>
            <a:r>
              <a:rPr lang="en-US" sz="1875" b="1" spc="600" kern="0" dirty="0">
                <a:solidFill>
                  <a:srgbClr val="FFD700"/>
                </a:solidFill>
                <a:latin typeface="Arial" pitchFamily="34" charset="0"/>
                <a:ea typeface="Arial" pitchFamily="34" charset="-122"/>
                <a:cs typeface="Arial" pitchFamily="34" charset="-120"/>
              </a:rPr>
              <a:t>STAGE TWO</a:t>
            </a:r>
            <a:endParaRPr lang="en-US" sz="1875" dirty="0"/>
          </a:p>
        </p:txBody>
      </p:sp>
      <p:sp>
        <p:nvSpPr>
          <p:cNvPr id="6" name="Text 4"/>
          <p:cNvSpPr/>
          <p:nvPr/>
        </p:nvSpPr>
        <p:spPr>
          <a:xfrm>
            <a:off x="5255121" y="3890962"/>
            <a:ext cx="6705600"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B7C5"/>
                </a:solidFill>
                <a:latin typeface="Georgia" pitchFamily="34" charset="0"/>
                <a:ea typeface="Georgia" pitchFamily="34" charset="-122"/>
                <a:cs typeface="Georgia" pitchFamily="34" charset="-120"/>
              </a:rPr>
              <a:t>基本</a:t>
            </a:r>
            <a:endParaRPr lang="en-US" sz="8250" dirty="0"/>
          </a:p>
        </p:txBody>
      </p:sp>
      <p:sp>
        <p:nvSpPr>
          <p:cNvPr id="7" name="Text 5"/>
          <p:cNvSpPr/>
          <p:nvPr/>
        </p:nvSpPr>
        <p:spPr>
          <a:xfrm>
            <a:off x="5255121" y="5033963"/>
            <a:ext cx="6705600"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F5F0EA"/>
                </a:solidFill>
                <a:latin typeface="Georgia" pitchFamily="34" charset="0"/>
                <a:ea typeface="Georgia" pitchFamily="34" charset="-122"/>
                <a:cs typeface="Georgia" pitchFamily="34" charset="-120"/>
              </a:rPr>
              <a:t>Building Blocks</a:t>
            </a:r>
            <a:endParaRPr lang="en-US" sz="5400" dirty="0"/>
          </a:p>
        </p:txBody>
      </p:sp>
      <p:sp>
        <p:nvSpPr>
          <p:cNvPr id="8" name="Text 6"/>
          <p:cNvSpPr/>
          <p:nvPr/>
        </p:nvSpPr>
        <p:spPr>
          <a:xfrm>
            <a:off x="5255121" y="6005513"/>
            <a:ext cx="6278880"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B9B2CC"/>
                </a:solidFill>
                <a:latin typeface="Arial" pitchFamily="34" charset="0"/>
                <a:ea typeface="Arial" pitchFamily="34" charset="-122"/>
                <a:cs typeface="Arial" pitchFamily="34" charset="-120"/>
              </a:rPr>
              <a:t>Grammar, numbers, everyday vocabulary, and your first kanji.</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041178"/>
            <a:ext cx="17392650" cy="3048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BASIC GRAMMAR</a:t>
            </a:r>
            <a:endParaRPr lang="en-US" sz="1800" dirty="0"/>
          </a:p>
        </p:txBody>
      </p:sp>
      <p:sp>
        <p:nvSpPr>
          <p:cNvPr id="3" name="Text 1"/>
          <p:cNvSpPr/>
          <p:nvPr/>
        </p:nvSpPr>
        <p:spPr>
          <a:xfrm>
            <a:off x="1238250" y="2479328"/>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Basic Sentence Structure</a:t>
            </a:r>
            <a:endParaRPr lang="en-US" sz="5250" dirty="0"/>
          </a:p>
        </p:txBody>
      </p:sp>
      <p:sp>
        <p:nvSpPr>
          <p:cNvPr id="4" name="Shape 2"/>
          <p:cNvSpPr/>
          <p:nvPr/>
        </p:nvSpPr>
        <p:spPr>
          <a:xfrm>
            <a:off x="1238250" y="3441353"/>
            <a:ext cx="800100" cy="38100"/>
          </a:xfrm>
          <a:prstGeom prst="rect">
            <a:avLst/>
          </a:prstGeom>
          <a:solidFill>
            <a:srgbClr val="FFD700"/>
          </a:solidFill>
          <a:ln/>
        </p:spPr>
      </p:sp>
      <p:sp>
        <p:nvSpPr>
          <p:cNvPr id="5" name="Shape 3"/>
          <p:cNvSpPr/>
          <p:nvPr/>
        </p:nvSpPr>
        <p:spPr>
          <a:xfrm>
            <a:off x="1238250" y="3993803"/>
            <a:ext cx="15811500" cy="3461296"/>
          </a:xfrm>
          <a:prstGeom prst="roundRect">
            <a:avLst>
              <a:gd name="adj" fmla="val 2201"/>
            </a:avLst>
          </a:prstGeom>
          <a:solidFill>
            <a:srgbClr val="232350"/>
          </a:solidFill>
          <a:ln w="9525">
            <a:solidFill>
              <a:srgbClr val="34346A"/>
            </a:solidFill>
            <a:prstDash val="solid"/>
          </a:ln>
        </p:spPr>
      </p:sp>
      <p:sp>
        <p:nvSpPr>
          <p:cNvPr id="6" name="Text 4"/>
          <p:cNvSpPr/>
          <p:nvPr/>
        </p:nvSpPr>
        <p:spPr>
          <a:xfrm>
            <a:off x="1781175" y="4517678"/>
            <a:ext cx="16198215" cy="1003846"/>
          </a:xfrm>
          <a:prstGeom prst="rect">
            <a:avLst/>
          </a:prstGeom>
          <a:noFill/>
          <a:ln/>
        </p:spPr>
        <p:txBody>
          <a:bodyPr wrap="square" lIns="25400" tIns="25400" rIns="25400" bIns="25400" rtlCol="0" anchor="t">
            <a:normAutofit/>
          </a:bodyPr>
          <a:lstStyle/>
          <a:p>
            <a:pPr algn="l" indent="0" marL="0">
              <a:lnSpc>
                <a:spcPct val="130000"/>
              </a:lnSpc>
              <a:buNone/>
            </a:pPr>
            <a:r>
              <a:rPr lang="en-US" sz="5850" dirty="0">
                <a:solidFill>
                  <a:srgbClr val="FFB7C5"/>
                </a:solidFill>
                <a:latin typeface="Georgia" pitchFamily="34" charset="0"/>
                <a:ea typeface="Georgia" pitchFamily="34" charset="-122"/>
                <a:cs typeface="Georgia" pitchFamily="34" charset="-120"/>
              </a:rPr>
              <a:t>わたし</a:t>
            </a:r>
            <a:pPr algn="l" indent="0" marL="0">
              <a:lnSpc>
                <a:spcPct val="130000"/>
              </a:lnSpc>
              <a:buNone/>
            </a:pPr>
            <a:r>
              <a:rPr lang="en-US" sz="5850" dirty="0">
                <a:solidFill>
                  <a:srgbClr val="FFD700"/>
                </a:solidFill>
                <a:latin typeface="Georgia" pitchFamily="34" charset="0"/>
                <a:ea typeface="Georgia" pitchFamily="34" charset="-122"/>
                <a:cs typeface="Georgia" pitchFamily="34" charset="-120"/>
              </a:rPr>
              <a:t>は </a:t>
            </a:r>
            <a:pPr algn="l" indent="0" marL="0">
              <a:lnSpc>
                <a:spcPct val="130000"/>
              </a:lnSpc>
              <a:buNone/>
            </a:pPr>
            <a:r>
              <a:rPr lang="en-US" sz="5850" dirty="0">
                <a:solidFill>
                  <a:srgbClr val="F5F0EA"/>
                </a:solidFill>
                <a:latin typeface="Georgia" pitchFamily="34" charset="0"/>
                <a:ea typeface="Georgia" pitchFamily="34" charset="-122"/>
                <a:cs typeface="Georgia" pitchFamily="34" charset="-120"/>
              </a:rPr>
              <a:t>がくせい</a:t>
            </a:r>
            <a:pPr algn="l" indent="0" marL="0">
              <a:lnSpc>
                <a:spcPct val="130000"/>
              </a:lnSpc>
              <a:buNone/>
            </a:pPr>
            <a:r>
              <a:rPr lang="en-US" sz="5850" dirty="0">
                <a:solidFill>
                  <a:srgbClr val="FFD700"/>
                </a:solidFill>
                <a:latin typeface="Georgia" pitchFamily="34" charset="0"/>
                <a:ea typeface="Georgia" pitchFamily="34" charset="-122"/>
                <a:cs typeface="Georgia" pitchFamily="34" charset="-120"/>
              </a:rPr>
              <a:t>です</a:t>
            </a:r>
            <a:pPr algn="l" indent="0" marL="0">
              <a:lnSpc>
                <a:spcPct val="130000"/>
              </a:lnSpc>
              <a:buNone/>
            </a:pPr>
            <a:r>
              <a:rPr lang="en-US" sz="5850" dirty="0">
                <a:solidFill>
                  <a:srgbClr val="EDE8E0"/>
                </a:solidFill>
                <a:latin typeface="Georgia" pitchFamily="34" charset="0"/>
                <a:ea typeface="Georgia" pitchFamily="34" charset="-122"/>
                <a:cs typeface="Georgia" pitchFamily="34" charset="-120"/>
              </a:rPr>
              <a:t>。</a:t>
            </a:r>
            <a:endParaRPr lang="en-US" sz="5850" dirty="0"/>
          </a:p>
        </p:txBody>
      </p:sp>
      <p:sp>
        <p:nvSpPr>
          <p:cNvPr id="7" name="Text 5"/>
          <p:cNvSpPr/>
          <p:nvPr/>
        </p:nvSpPr>
        <p:spPr>
          <a:xfrm>
            <a:off x="1781175" y="5654873"/>
            <a:ext cx="16198215" cy="400050"/>
          </a:xfrm>
          <a:prstGeom prst="rect">
            <a:avLst/>
          </a:prstGeom>
          <a:noFill/>
          <a:ln/>
        </p:spPr>
        <p:txBody>
          <a:bodyPr wrap="square" lIns="25400" tIns="25400" rIns="25400" bIns="25400" rtlCol="0" anchor="t">
            <a:normAutofit/>
          </a:bodyPr>
          <a:lstStyle/>
          <a:p>
            <a:pPr algn="l" indent="0" marL="0">
              <a:buNone/>
            </a:pPr>
            <a:r>
              <a:rPr lang="en-US" sz="2550" i="1" dirty="0">
                <a:solidFill>
                  <a:srgbClr val="CFC8E0"/>
                </a:solidFill>
                <a:latin typeface="Georgia" pitchFamily="34" charset="0"/>
                <a:ea typeface="Georgia" pitchFamily="34" charset="-122"/>
                <a:cs typeface="Georgia" pitchFamily="34" charset="-120"/>
              </a:rPr>
              <a:t>watashi wa gakusei desu — “I am a student.”</a:t>
            </a:r>
            <a:endParaRPr lang="en-US" sz="2550" dirty="0"/>
          </a:p>
        </p:txBody>
      </p:sp>
      <p:sp>
        <p:nvSpPr>
          <p:cNvPr id="8" name="Shape 6"/>
          <p:cNvSpPr/>
          <p:nvPr/>
        </p:nvSpPr>
        <p:spPr>
          <a:xfrm>
            <a:off x="1781175" y="6397823"/>
            <a:ext cx="1837581" cy="533400"/>
          </a:xfrm>
          <a:prstGeom prst="roundRect">
            <a:avLst>
              <a:gd name="adj" fmla="val 10714"/>
            </a:avLst>
          </a:prstGeom>
          <a:solidFill>
            <a:srgbClr val="FFB7C5"/>
          </a:solidFill>
          <a:ln/>
        </p:spPr>
      </p:sp>
      <p:sp>
        <p:nvSpPr>
          <p:cNvPr id="9" name="Text 7"/>
          <p:cNvSpPr/>
          <p:nvPr/>
        </p:nvSpPr>
        <p:spPr>
          <a:xfrm>
            <a:off x="1990725" y="6493073"/>
            <a:ext cx="1494681" cy="381000"/>
          </a:xfrm>
          <a:prstGeom prst="rect">
            <a:avLst/>
          </a:prstGeom>
          <a:noFill/>
          <a:ln/>
        </p:spPr>
        <p:txBody>
          <a:bodyPr wrap="square" lIns="25400" tIns="25400" rIns="25400" bIns="25400" rtlCol="0" anchor="t">
            <a:normAutofit/>
          </a:bodyPr>
          <a:lstStyle/>
          <a:p>
            <a:pPr algn="l" indent="0" marL="0">
              <a:buNone/>
            </a:pPr>
            <a:r>
              <a:rPr lang="en-US" sz="1800" b="1" dirty="0">
                <a:solidFill>
                  <a:srgbClr val="1A1A3E"/>
                </a:solidFill>
                <a:latin typeface="Arial" pitchFamily="34" charset="0"/>
                <a:ea typeface="Arial" pitchFamily="34" charset="-122"/>
                <a:cs typeface="Arial" pitchFamily="34" charset="-120"/>
              </a:rPr>
              <a:t>わたし · Topic</a:t>
            </a:r>
            <a:endParaRPr lang="en-US" sz="1800" dirty="0"/>
          </a:p>
        </p:txBody>
      </p:sp>
      <p:sp>
        <p:nvSpPr>
          <p:cNvPr id="10" name="Shape 8"/>
          <p:cNvSpPr/>
          <p:nvPr/>
        </p:nvSpPr>
        <p:spPr>
          <a:xfrm>
            <a:off x="3790206" y="6397823"/>
            <a:ext cx="2400895" cy="533400"/>
          </a:xfrm>
          <a:prstGeom prst="roundRect">
            <a:avLst>
              <a:gd name="adj" fmla="val 10714"/>
            </a:avLst>
          </a:prstGeom>
          <a:solidFill>
            <a:srgbClr val="FFD700"/>
          </a:solidFill>
          <a:ln/>
        </p:spPr>
      </p:sp>
      <p:sp>
        <p:nvSpPr>
          <p:cNvPr id="11" name="Text 9"/>
          <p:cNvSpPr/>
          <p:nvPr/>
        </p:nvSpPr>
        <p:spPr>
          <a:xfrm>
            <a:off x="3999756" y="6493073"/>
            <a:ext cx="2057995" cy="381000"/>
          </a:xfrm>
          <a:prstGeom prst="rect">
            <a:avLst/>
          </a:prstGeom>
          <a:noFill/>
          <a:ln/>
        </p:spPr>
        <p:txBody>
          <a:bodyPr wrap="square" lIns="25400" tIns="25400" rIns="25400" bIns="25400" rtlCol="0" anchor="t">
            <a:normAutofit/>
          </a:bodyPr>
          <a:lstStyle/>
          <a:p>
            <a:pPr algn="l" indent="0" marL="0">
              <a:buNone/>
            </a:pPr>
            <a:r>
              <a:rPr lang="en-US" sz="1800" b="1" dirty="0">
                <a:solidFill>
                  <a:srgbClr val="1A1A3E"/>
                </a:solidFill>
                <a:latin typeface="Arial" pitchFamily="34" charset="0"/>
                <a:ea typeface="Arial" pitchFamily="34" charset="-122"/>
                <a:cs typeface="Arial" pitchFamily="34" charset="-120"/>
              </a:rPr>
              <a:t>は · marks the topic</a:t>
            </a:r>
            <a:endParaRPr lang="en-US" sz="1800" dirty="0"/>
          </a:p>
        </p:txBody>
      </p:sp>
      <p:sp>
        <p:nvSpPr>
          <p:cNvPr id="12" name="Shape 10"/>
          <p:cNvSpPr/>
          <p:nvPr/>
        </p:nvSpPr>
        <p:spPr>
          <a:xfrm>
            <a:off x="6362551" y="6397823"/>
            <a:ext cx="2036564" cy="533400"/>
          </a:xfrm>
          <a:prstGeom prst="roundRect">
            <a:avLst>
              <a:gd name="adj" fmla="val 10714"/>
            </a:avLst>
          </a:prstGeom>
          <a:solidFill>
            <a:srgbClr val="34346A"/>
          </a:solidFill>
          <a:ln/>
        </p:spPr>
      </p:sp>
      <p:sp>
        <p:nvSpPr>
          <p:cNvPr id="13" name="Text 11"/>
          <p:cNvSpPr/>
          <p:nvPr/>
        </p:nvSpPr>
        <p:spPr>
          <a:xfrm>
            <a:off x="6572101" y="6493073"/>
            <a:ext cx="1693664" cy="381000"/>
          </a:xfrm>
          <a:prstGeom prst="rect">
            <a:avLst/>
          </a:prstGeom>
          <a:noFill/>
          <a:ln/>
        </p:spPr>
        <p:txBody>
          <a:bodyPr wrap="square" lIns="25400" tIns="25400" rIns="25400" bIns="25400" rtlCol="0" anchor="t">
            <a:normAutofit/>
          </a:bodyPr>
          <a:lstStyle/>
          <a:p>
            <a:pPr algn="l" indent="0" marL="0">
              <a:buNone/>
            </a:pPr>
            <a:r>
              <a:rPr lang="en-US" sz="1800" dirty="0">
                <a:solidFill>
                  <a:srgbClr val="F5F0EA"/>
                </a:solidFill>
                <a:latin typeface="Arial" pitchFamily="34" charset="0"/>
                <a:ea typeface="Arial" pitchFamily="34" charset="-122"/>
                <a:cs typeface="Arial" pitchFamily="34" charset="-120"/>
              </a:rPr>
              <a:t>がくせい · Noun</a:t>
            </a:r>
            <a:endParaRPr lang="en-US" sz="1800" dirty="0"/>
          </a:p>
        </p:txBody>
      </p:sp>
      <p:sp>
        <p:nvSpPr>
          <p:cNvPr id="14" name="Shape 12"/>
          <p:cNvSpPr/>
          <p:nvPr/>
        </p:nvSpPr>
        <p:spPr>
          <a:xfrm>
            <a:off x="8570565" y="6397823"/>
            <a:ext cx="2006798" cy="533400"/>
          </a:xfrm>
          <a:prstGeom prst="roundRect">
            <a:avLst>
              <a:gd name="adj" fmla="val 10714"/>
            </a:avLst>
          </a:prstGeom>
          <a:solidFill>
            <a:srgbClr val="FFD700"/>
          </a:solidFill>
          <a:ln/>
        </p:spPr>
      </p:sp>
      <p:sp>
        <p:nvSpPr>
          <p:cNvPr id="15" name="Text 13"/>
          <p:cNvSpPr/>
          <p:nvPr/>
        </p:nvSpPr>
        <p:spPr>
          <a:xfrm>
            <a:off x="8780115" y="6493073"/>
            <a:ext cx="1663898" cy="381000"/>
          </a:xfrm>
          <a:prstGeom prst="rect">
            <a:avLst/>
          </a:prstGeom>
          <a:noFill/>
          <a:ln/>
        </p:spPr>
        <p:txBody>
          <a:bodyPr wrap="square" lIns="25400" tIns="25400" rIns="25400" bIns="25400" rtlCol="0" anchor="t">
            <a:normAutofit/>
          </a:bodyPr>
          <a:lstStyle/>
          <a:p>
            <a:pPr algn="l" indent="0" marL="0">
              <a:buNone/>
            </a:pPr>
            <a:r>
              <a:rPr lang="en-US" sz="1800" b="1" dirty="0">
                <a:solidFill>
                  <a:srgbClr val="1A1A3E"/>
                </a:solidFill>
                <a:latin typeface="Arial" pitchFamily="34" charset="0"/>
                <a:ea typeface="Arial" pitchFamily="34" charset="-122"/>
                <a:cs typeface="Arial" pitchFamily="34" charset="-120"/>
              </a:rPr>
              <a:t>です · polite “is”</a:t>
            </a:r>
            <a:endParaRPr lang="en-US" sz="1800" dirty="0"/>
          </a:p>
        </p:txBody>
      </p:sp>
      <p:sp>
        <p:nvSpPr>
          <p:cNvPr id="16" name="Text 14"/>
          <p:cNvSpPr/>
          <p:nvPr/>
        </p:nvSpPr>
        <p:spPr>
          <a:xfrm>
            <a:off x="1238250" y="7778948"/>
            <a:ext cx="1739265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FD700"/>
                </a:solidFill>
                <a:latin typeface="Georgia" pitchFamily="34" charset="0"/>
                <a:ea typeface="Georgia" pitchFamily="34" charset="-122"/>
                <a:cs typeface="Georgia" pitchFamily="34" charset="-120"/>
              </a:rPr>
              <a:t>Try it: </a:t>
            </a:r>
            <a:pPr algn="l" indent="0" marL="0">
              <a:buNone/>
            </a:pPr>
            <a:r>
              <a:rPr lang="en-US" sz="2550" dirty="0">
                <a:solidFill>
                  <a:srgbClr val="F5F0EA"/>
                </a:solidFill>
                <a:latin typeface="Georgia" pitchFamily="34" charset="0"/>
                <a:ea typeface="Georgia" pitchFamily="34" charset="-122"/>
                <a:cs typeface="Georgia" pitchFamily="34" charset="-120"/>
              </a:rPr>
              <a:t>これはほんです。 </a:t>
            </a:r>
            <a:pPr algn="l" indent="0" marL="0">
              <a:buNone/>
            </a:pPr>
            <a:r>
              <a:rPr lang="en-US" sz="2550" i="1" dirty="0">
                <a:solidFill>
                  <a:srgbClr val="CFC8E0"/>
                </a:solidFill>
                <a:latin typeface="Georgia" pitchFamily="34" charset="0"/>
                <a:ea typeface="Georgia" pitchFamily="34" charset="-122"/>
                <a:cs typeface="Georgia" pitchFamily="34" charset="-120"/>
              </a:rPr>
              <a:t>— “This is a book.”</a:t>
            </a:r>
            <a:endParaRPr lang="en-US" sz="2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1638300"/>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NUMBERS · 数字</a:t>
            </a:r>
            <a:endParaRPr lang="en-US" sz="1800" dirty="0"/>
          </a:p>
        </p:txBody>
      </p:sp>
      <p:sp>
        <p:nvSpPr>
          <p:cNvPr id="3" name="Text 1"/>
          <p:cNvSpPr/>
          <p:nvPr/>
        </p:nvSpPr>
        <p:spPr>
          <a:xfrm>
            <a:off x="1238250" y="2152650"/>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Numbers, Dates &amp; Time</a:t>
            </a:r>
            <a:endParaRPr lang="en-US" sz="5250" dirty="0"/>
          </a:p>
        </p:txBody>
      </p:sp>
      <p:sp>
        <p:nvSpPr>
          <p:cNvPr id="4" name="Shape 2"/>
          <p:cNvSpPr/>
          <p:nvPr/>
        </p:nvSpPr>
        <p:spPr>
          <a:xfrm>
            <a:off x="1238250" y="3114675"/>
            <a:ext cx="800100" cy="38100"/>
          </a:xfrm>
          <a:prstGeom prst="rect">
            <a:avLst/>
          </a:prstGeom>
          <a:solidFill>
            <a:srgbClr val="FFD700"/>
          </a:solidFill>
          <a:ln/>
        </p:spPr>
      </p:sp>
      <p:sp>
        <p:nvSpPr>
          <p:cNvPr id="5" name="Shape 3"/>
          <p:cNvSpPr/>
          <p:nvPr/>
        </p:nvSpPr>
        <p:spPr>
          <a:xfrm>
            <a:off x="1238250" y="3667125"/>
            <a:ext cx="3025080" cy="1981200"/>
          </a:xfrm>
          <a:prstGeom prst="roundRect">
            <a:avLst>
              <a:gd name="adj" fmla="val 2885"/>
            </a:avLst>
          </a:prstGeom>
          <a:solidFill>
            <a:srgbClr val="232350"/>
          </a:solidFill>
          <a:ln w="9525">
            <a:solidFill>
              <a:srgbClr val="34346A"/>
            </a:solidFill>
            <a:prstDash val="solid"/>
          </a:ln>
        </p:spPr>
      </p:sp>
      <p:sp>
        <p:nvSpPr>
          <p:cNvPr id="6" name="Text 4"/>
          <p:cNvSpPr/>
          <p:nvPr/>
        </p:nvSpPr>
        <p:spPr>
          <a:xfrm>
            <a:off x="1097473" y="3905250"/>
            <a:ext cx="3306634"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一</a:t>
            </a:r>
            <a:endParaRPr lang="en-US" sz="4500" dirty="0"/>
          </a:p>
        </p:txBody>
      </p:sp>
      <p:sp>
        <p:nvSpPr>
          <p:cNvPr id="7" name="Text 5"/>
          <p:cNvSpPr/>
          <p:nvPr/>
        </p:nvSpPr>
        <p:spPr>
          <a:xfrm>
            <a:off x="1097473" y="4791075"/>
            <a:ext cx="3306634"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ichi</a:t>
            </a:r>
            <a:endParaRPr lang="en-US" sz="1950" dirty="0"/>
          </a:p>
        </p:txBody>
      </p:sp>
      <p:sp>
        <p:nvSpPr>
          <p:cNvPr id="8" name="Text 6"/>
          <p:cNvSpPr/>
          <p:nvPr/>
        </p:nvSpPr>
        <p:spPr>
          <a:xfrm>
            <a:off x="1097473" y="5076825"/>
            <a:ext cx="3306634"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1</a:t>
            </a:r>
            <a:endParaRPr lang="en-US" sz="1800" dirty="0"/>
          </a:p>
        </p:txBody>
      </p:sp>
      <p:sp>
        <p:nvSpPr>
          <p:cNvPr id="9" name="Shape 7"/>
          <p:cNvSpPr/>
          <p:nvPr/>
        </p:nvSpPr>
        <p:spPr>
          <a:xfrm>
            <a:off x="4434780" y="3667125"/>
            <a:ext cx="3025080" cy="1981200"/>
          </a:xfrm>
          <a:prstGeom prst="roundRect">
            <a:avLst>
              <a:gd name="adj" fmla="val 2885"/>
            </a:avLst>
          </a:prstGeom>
          <a:solidFill>
            <a:srgbClr val="232350"/>
          </a:solidFill>
          <a:ln w="9525">
            <a:solidFill>
              <a:srgbClr val="34346A"/>
            </a:solidFill>
            <a:prstDash val="solid"/>
          </a:ln>
        </p:spPr>
      </p:sp>
      <p:sp>
        <p:nvSpPr>
          <p:cNvPr id="10" name="Text 8"/>
          <p:cNvSpPr/>
          <p:nvPr/>
        </p:nvSpPr>
        <p:spPr>
          <a:xfrm>
            <a:off x="4294004" y="3905250"/>
            <a:ext cx="3306634"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二</a:t>
            </a:r>
            <a:endParaRPr lang="en-US" sz="4500" dirty="0"/>
          </a:p>
        </p:txBody>
      </p:sp>
      <p:sp>
        <p:nvSpPr>
          <p:cNvPr id="11" name="Text 9"/>
          <p:cNvSpPr/>
          <p:nvPr/>
        </p:nvSpPr>
        <p:spPr>
          <a:xfrm>
            <a:off x="4294004" y="4791075"/>
            <a:ext cx="3306634"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ni</a:t>
            </a:r>
            <a:endParaRPr lang="en-US" sz="1950" dirty="0"/>
          </a:p>
        </p:txBody>
      </p:sp>
      <p:sp>
        <p:nvSpPr>
          <p:cNvPr id="12" name="Text 10"/>
          <p:cNvSpPr/>
          <p:nvPr/>
        </p:nvSpPr>
        <p:spPr>
          <a:xfrm>
            <a:off x="4294004" y="5076825"/>
            <a:ext cx="3306634"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2</a:t>
            </a:r>
            <a:endParaRPr lang="en-US" sz="1800" dirty="0"/>
          </a:p>
        </p:txBody>
      </p:sp>
      <p:sp>
        <p:nvSpPr>
          <p:cNvPr id="13" name="Shape 11"/>
          <p:cNvSpPr/>
          <p:nvPr/>
        </p:nvSpPr>
        <p:spPr>
          <a:xfrm>
            <a:off x="7631311" y="3667125"/>
            <a:ext cx="3025229" cy="1981200"/>
          </a:xfrm>
          <a:prstGeom prst="roundRect">
            <a:avLst>
              <a:gd name="adj" fmla="val 2885"/>
            </a:avLst>
          </a:prstGeom>
          <a:solidFill>
            <a:srgbClr val="232350"/>
          </a:solidFill>
          <a:ln w="9525">
            <a:solidFill>
              <a:srgbClr val="34346A"/>
            </a:solidFill>
            <a:prstDash val="solid"/>
          </a:ln>
        </p:spPr>
      </p:sp>
      <p:sp>
        <p:nvSpPr>
          <p:cNvPr id="14" name="Text 12"/>
          <p:cNvSpPr/>
          <p:nvPr/>
        </p:nvSpPr>
        <p:spPr>
          <a:xfrm>
            <a:off x="7490527" y="3905250"/>
            <a:ext cx="3306797"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三</a:t>
            </a:r>
            <a:endParaRPr lang="en-US" sz="4500" dirty="0"/>
          </a:p>
        </p:txBody>
      </p:sp>
      <p:sp>
        <p:nvSpPr>
          <p:cNvPr id="15" name="Text 13"/>
          <p:cNvSpPr/>
          <p:nvPr/>
        </p:nvSpPr>
        <p:spPr>
          <a:xfrm>
            <a:off x="7490527" y="4791075"/>
            <a:ext cx="3306797"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san</a:t>
            </a:r>
            <a:endParaRPr lang="en-US" sz="1950" dirty="0"/>
          </a:p>
        </p:txBody>
      </p:sp>
      <p:sp>
        <p:nvSpPr>
          <p:cNvPr id="16" name="Text 14"/>
          <p:cNvSpPr/>
          <p:nvPr/>
        </p:nvSpPr>
        <p:spPr>
          <a:xfrm>
            <a:off x="7490527" y="5076825"/>
            <a:ext cx="3306797"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3</a:t>
            </a:r>
            <a:endParaRPr lang="en-US" sz="1800" dirty="0"/>
          </a:p>
        </p:txBody>
      </p:sp>
      <p:sp>
        <p:nvSpPr>
          <p:cNvPr id="17" name="Shape 15"/>
          <p:cNvSpPr/>
          <p:nvPr/>
        </p:nvSpPr>
        <p:spPr>
          <a:xfrm>
            <a:off x="10827990" y="3667125"/>
            <a:ext cx="3025080" cy="1981200"/>
          </a:xfrm>
          <a:prstGeom prst="roundRect">
            <a:avLst>
              <a:gd name="adj" fmla="val 2885"/>
            </a:avLst>
          </a:prstGeom>
          <a:solidFill>
            <a:srgbClr val="232350"/>
          </a:solidFill>
          <a:ln w="9525">
            <a:solidFill>
              <a:srgbClr val="34346A"/>
            </a:solidFill>
            <a:prstDash val="solid"/>
          </a:ln>
        </p:spPr>
      </p:sp>
      <p:sp>
        <p:nvSpPr>
          <p:cNvPr id="18" name="Text 16"/>
          <p:cNvSpPr/>
          <p:nvPr/>
        </p:nvSpPr>
        <p:spPr>
          <a:xfrm>
            <a:off x="10687214" y="3905250"/>
            <a:ext cx="3306634"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四</a:t>
            </a:r>
            <a:endParaRPr lang="en-US" sz="4500" dirty="0"/>
          </a:p>
        </p:txBody>
      </p:sp>
      <p:sp>
        <p:nvSpPr>
          <p:cNvPr id="19" name="Text 17"/>
          <p:cNvSpPr/>
          <p:nvPr/>
        </p:nvSpPr>
        <p:spPr>
          <a:xfrm>
            <a:off x="10687214" y="4791075"/>
            <a:ext cx="3306634"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yon</a:t>
            </a:r>
            <a:endParaRPr lang="en-US" sz="1950" dirty="0"/>
          </a:p>
        </p:txBody>
      </p:sp>
      <p:sp>
        <p:nvSpPr>
          <p:cNvPr id="20" name="Text 18"/>
          <p:cNvSpPr/>
          <p:nvPr/>
        </p:nvSpPr>
        <p:spPr>
          <a:xfrm>
            <a:off x="10687214" y="5076825"/>
            <a:ext cx="3306634"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4</a:t>
            </a:r>
            <a:endParaRPr lang="en-US" sz="1800" dirty="0"/>
          </a:p>
        </p:txBody>
      </p:sp>
      <p:sp>
        <p:nvSpPr>
          <p:cNvPr id="21" name="Shape 19"/>
          <p:cNvSpPr/>
          <p:nvPr/>
        </p:nvSpPr>
        <p:spPr>
          <a:xfrm>
            <a:off x="14024521" y="3667125"/>
            <a:ext cx="3025229" cy="1981200"/>
          </a:xfrm>
          <a:prstGeom prst="roundRect">
            <a:avLst>
              <a:gd name="adj" fmla="val 2885"/>
            </a:avLst>
          </a:prstGeom>
          <a:solidFill>
            <a:srgbClr val="232350"/>
          </a:solidFill>
          <a:ln w="9525">
            <a:solidFill>
              <a:srgbClr val="34346A"/>
            </a:solidFill>
            <a:prstDash val="solid"/>
          </a:ln>
        </p:spPr>
      </p:sp>
      <p:sp>
        <p:nvSpPr>
          <p:cNvPr id="22" name="Text 20"/>
          <p:cNvSpPr/>
          <p:nvPr/>
        </p:nvSpPr>
        <p:spPr>
          <a:xfrm>
            <a:off x="13883737" y="3905250"/>
            <a:ext cx="3306797"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五</a:t>
            </a:r>
            <a:endParaRPr lang="en-US" sz="4500" dirty="0"/>
          </a:p>
        </p:txBody>
      </p:sp>
      <p:sp>
        <p:nvSpPr>
          <p:cNvPr id="23" name="Text 21"/>
          <p:cNvSpPr/>
          <p:nvPr/>
        </p:nvSpPr>
        <p:spPr>
          <a:xfrm>
            <a:off x="13883737" y="4791075"/>
            <a:ext cx="3306797"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go</a:t>
            </a:r>
            <a:endParaRPr lang="en-US" sz="1950" dirty="0"/>
          </a:p>
        </p:txBody>
      </p:sp>
      <p:sp>
        <p:nvSpPr>
          <p:cNvPr id="24" name="Text 22"/>
          <p:cNvSpPr/>
          <p:nvPr/>
        </p:nvSpPr>
        <p:spPr>
          <a:xfrm>
            <a:off x="13883737" y="5076825"/>
            <a:ext cx="3306797"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5</a:t>
            </a:r>
            <a:endParaRPr lang="en-US" sz="1800" dirty="0"/>
          </a:p>
        </p:txBody>
      </p:sp>
      <p:sp>
        <p:nvSpPr>
          <p:cNvPr id="25" name="Shape 23"/>
          <p:cNvSpPr/>
          <p:nvPr/>
        </p:nvSpPr>
        <p:spPr>
          <a:xfrm>
            <a:off x="1238250" y="5819775"/>
            <a:ext cx="3025080" cy="1981200"/>
          </a:xfrm>
          <a:prstGeom prst="roundRect">
            <a:avLst>
              <a:gd name="adj" fmla="val 2885"/>
            </a:avLst>
          </a:prstGeom>
          <a:solidFill>
            <a:srgbClr val="232350"/>
          </a:solidFill>
          <a:ln w="9525">
            <a:solidFill>
              <a:srgbClr val="34346A"/>
            </a:solidFill>
            <a:prstDash val="solid"/>
          </a:ln>
        </p:spPr>
      </p:sp>
      <p:sp>
        <p:nvSpPr>
          <p:cNvPr id="26" name="Text 24"/>
          <p:cNvSpPr/>
          <p:nvPr/>
        </p:nvSpPr>
        <p:spPr>
          <a:xfrm>
            <a:off x="1097473" y="6057900"/>
            <a:ext cx="3306634"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六</a:t>
            </a:r>
            <a:endParaRPr lang="en-US" sz="4500" dirty="0"/>
          </a:p>
        </p:txBody>
      </p:sp>
      <p:sp>
        <p:nvSpPr>
          <p:cNvPr id="27" name="Text 25"/>
          <p:cNvSpPr/>
          <p:nvPr/>
        </p:nvSpPr>
        <p:spPr>
          <a:xfrm>
            <a:off x="1097473" y="6943725"/>
            <a:ext cx="3306634"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roku</a:t>
            </a:r>
            <a:endParaRPr lang="en-US" sz="1950" dirty="0"/>
          </a:p>
        </p:txBody>
      </p:sp>
      <p:sp>
        <p:nvSpPr>
          <p:cNvPr id="28" name="Text 26"/>
          <p:cNvSpPr/>
          <p:nvPr/>
        </p:nvSpPr>
        <p:spPr>
          <a:xfrm>
            <a:off x="1097473" y="7229475"/>
            <a:ext cx="3306634"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6</a:t>
            </a:r>
            <a:endParaRPr lang="en-US" sz="1800" dirty="0"/>
          </a:p>
        </p:txBody>
      </p:sp>
      <p:sp>
        <p:nvSpPr>
          <p:cNvPr id="29" name="Shape 27"/>
          <p:cNvSpPr/>
          <p:nvPr/>
        </p:nvSpPr>
        <p:spPr>
          <a:xfrm>
            <a:off x="4434780" y="5819775"/>
            <a:ext cx="3025080" cy="1981200"/>
          </a:xfrm>
          <a:prstGeom prst="roundRect">
            <a:avLst>
              <a:gd name="adj" fmla="val 2885"/>
            </a:avLst>
          </a:prstGeom>
          <a:solidFill>
            <a:srgbClr val="232350"/>
          </a:solidFill>
          <a:ln w="9525">
            <a:solidFill>
              <a:srgbClr val="34346A"/>
            </a:solidFill>
            <a:prstDash val="solid"/>
          </a:ln>
        </p:spPr>
      </p:sp>
      <p:sp>
        <p:nvSpPr>
          <p:cNvPr id="30" name="Text 28"/>
          <p:cNvSpPr/>
          <p:nvPr/>
        </p:nvSpPr>
        <p:spPr>
          <a:xfrm>
            <a:off x="4294004" y="6057900"/>
            <a:ext cx="3306634"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七</a:t>
            </a:r>
            <a:endParaRPr lang="en-US" sz="4500" dirty="0"/>
          </a:p>
        </p:txBody>
      </p:sp>
      <p:sp>
        <p:nvSpPr>
          <p:cNvPr id="31" name="Text 29"/>
          <p:cNvSpPr/>
          <p:nvPr/>
        </p:nvSpPr>
        <p:spPr>
          <a:xfrm>
            <a:off x="4294004" y="6943725"/>
            <a:ext cx="3306634"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nana</a:t>
            </a:r>
            <a:endParaRPr lang="en-US" sz="1950" dirty="0"/>
          </a:p>
        </p:txBody>
      </p:sp>
      <p:sp>
        <p:nvSpPr>
          <p:cNvPr id="32" name="Text 30"/>
          <p:cNvSpPr/>
          <p:nvPr/>
        </p:nvSpPr>
        <p:spPr>
          <a:xfrm>
            <a:off x="4294004" y="7229475"/>
            <a:ext cx="3306634"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7</a:t>
            </a:r>
            <a:endParaRPr lang="en-US" sz="1800" dirty="0"/>
          </a:p>
        </p:txBody>
      </p:sp>
      <p:sp>
        <p:nvSpPr>
          <p:cNvPr id="33" name="Shape 31"/>
          <p:cNvSpPr/>
          <p:nvPr/>
        </p:nvSpPr>
        <p:spPr>
          <a:xfrm>
            <a:off x="7631311" y="5819775"/>
            <a:ext cx="3025229" cy="1981200"/>
          </a:xfrm>
          <a:prstGeom prst="roundRect">
            <a:avLst>
              <a:gd name="adj" fmla="val 2885"/>
            </a:avLst>
          </a:prstGeom>
          <a:solidFill>
            <a:srgbClr val="232350"/>
          </a:solidFill>
          <a:ln w="9525">
            <a:solidFill>
              <a:srgbClr val="34346A"/>
            </a:solidFill>
            <a:prstDash val="solid"/>
          </a:ln>
        </p:spPr>
      </p:sp>
      <p:sp>
        <p:nvSpPr>
          <p:cNvPr id="34" name="Text 32"/>
          <p:cNvSpPr/>
          <p:nvPr/>
        </p:nvSpPr>
        <p:spPr>
          <a:xfrm>
            <a:off x="7490527" y="6057900"/>
            <a:ext cx="3306797"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八</a:t>
            </a:r>
            <a:endParaRPr lang="en-US" sz="4500" dirty="0"/>
          </a:p>
        </p:txBody>
      </p:sp>
      <p:sp>
        <p:nvSpPr>
          <p:cNvPr id="35" name="Text 33"/>
          <p:cNvSpPr/>
          <p:nvPr/>
        </p:nvSpPr>
        <p:spPr>
          <a:xfrm>
            <a:off x="7490527" y="6943725"/>
            <a:ext cx="3306797"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hachi</a:t>
            </a:r>
            <a:endParaRPr lang="en-US" sz="1950" dirty="0"/>
          </a:p>
        </p:txBody>
      </p:sp>
      <p:sp>
        <p:nvSpPr>
          <p:cNvPr id="36" name="Text 34"/>
          <p:cNvSpPr/>
          <p:nvPr/>
        </p:nvSpPr>
        <p:spPr>
          <a:xfrm>
            <a:off x="7490527" y="7229475"/>
            <a:ext cx="3306797"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8</a:t>
            </a:r>
            <a:endParaRPr lang="en-US" sz="1800" dirty="0"/>
          </a:p>
        </p:txBody>
      </p:sp>
      <p:sp>
        <p:nvSpPr>
          <p:cNvPr id="37" name="Shape 35"/>
          <p:cNvSpPr/>
          <p:nvPr/>
        </p:nvSpPr>
        <p:spPr>
          <a:xfrm>
            <a:off x="10827990" y="5819775"/>
            <a:ext cx="3025080" cy="1981200"/>
          </a:xfrm>
          <a:prstGeom prst="roundRect">
            <a:avLst>
              <a:gd name="adj" fmla="val 2885"/>
            </a:avLst>
          </a:prstGeom>
          <a:solidFill>
            <a:srgbClr val="232350"/>
          </a:solidFill>
          <a:ln w="9525">
            <a:solidFill>
              <a:srgbClr val="34346A"/>
            </a:solidFill>
            <a:prstDash val="solid"/>
          </a:ln>
        </p:spPr>
      </p:sp>
      <p:sp>
        <p:nvSpPr>
          <p:cNvPr id="38" name="Text 36"/>
          <p:cNvSpPr/>
          <p:nvPr/>
        </p:nvSpPr>
        <p:spPr>
          <a:xfrm>
            <a:off x="10687214" y="6057900"/>
            <a:ext cx="3306634"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九</a:t>
            </a:r>
            <a:endParaRPr lang="en-US" sz="4500" dirty="0"/>
          </a:p>
        </p:txBody>
      </p:sp>
      <p:sp>
        <p:nvSpPr>
          <p:cNvPr id="39" name="Text 37"/>
          <p:cNvSpPr/>
          <p:nvPr/>
        </p:nvSpPr>
        <p:spPr>
          <a:xfrm>
            <a:off x="10687214" y="6943725"/>
            <a:ext cx="3306634"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kyū</a:t>
            </a:r>
            <a:endParaRPr lang="en-US" sz="1950" dirty="0"/>
          </a:p>
        </p:txBody>
      </p:sp>
      <p:sp>
        <p:nvSpPr>
          <p:cNvPr id="40" name="Text 38"/>
          <p:cNvSpPr/>
          <p:nvPr/>
        </p:nvSpPr>
        <p:spPr>
          <a:xfrm>
            <a:off x="10687214" y="7229475"/>
            <a:ext cx="3306634"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9</a:t>
            </a:r>
            <a:endParaRPr lang="en-US" sz="1800" dirty="0"/>
          </a:p>
        </p:txBody>
      </p:sp>
      <p:sp>
        <p:nvSpPr>
          <p:cNvPr id="41" name="Shape 39"/>
          <p:cNvSpPr/>
          <p:nvPr/>
        </p:nvSpPr>
        <p:spPr>
          <a:xfrm>
            <a:off x="14024521" y="5819775"/>
            <a:ext cx="3025229" cy="1981200"/>
          </a:xfrm>
          <a:prstGeom prst="roundRect">
            <a:avLst>
              <a:gd name="adj" fmla="val 2885"/>
            </a:avLst>
          </a:prstGeom>
          <a:solidFill>
            <a:srgbClr val="232350"/>
          </a:solidFill>
          <a:ln w="9525">
            <a:solidFill>
              <a:srgbClr val="34346A"/>
            </a:solidFill>
            <a:prstDash val="solid"/>
          </a:ln>
        </p:spPr>
      </p:sp>
      <p:sp>
        <p:nvSpPr>
          <p:cNvPr id="42" name="Text 40"/>
          <p:cNvSpPr/>
          <p:nvPr/>
        </p:nvSpPr>
        <p:spPr>
          <a:xfrm>
            <a:off x="13883737" y="6057900"/>
            <a:ext cx="3306797"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十</a:t>
            </a:r>
            <a:endParaRPr lang="en-US" sz="4500" dirty="0"/>
          </a:p>
        </p:txBody>
      </p:sp>
      <p:sp>
        <p:nvSpPr>
          <p:cNvPr id="43" name="Text 41"/>
          <p:cNvSpPr/>
          <p:nvPr/>
        </p:nvSpPr>
        <p:spPr>
          <a:xfrm>
            <a:off x="13883737" y="6943725"/>
            <a:ext cx="3306797"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jū</a:t>
            </a:r>
            <a:endParaRPr lang="en-US" sz="1950" dirty="0"/>
          </a:p>
        </p:txBody>
      </p:sp>
      <p:sp>
        <p:nvSpPr>
          <p:cNvPr id="44" name="Text 42"/>
          <p:cNvSpPr/>
          <p:nvPr/>
        </p:nvSpPr>
        <p:spPr>
          <a:xfrm>
            <a:off x="13883737" y="7229475"/>
            <a:ext cx="3306797"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10</a:t>
            </a:r>
            <a:endParaRPr lang="en-US" sz="1800" dirty="0"/>
          </a:p>
        </p:txBody>
      </p:sp>
      <p:sp>
        <p:nvSpPr>
          <p:cNvPr id="45" name="Text 43"/>
          <p:cNvSpPr/>
          <p:nvPr/>
        </p:nvSpPr>
        <p:spPr>
          <a:xfrm>
            <a:off x="1238250" y="8181975"/>
            <a:ext cx="1739265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いま、なんじですか。 </a:t>
            </a:r>
            <a:pPr algn="l" indent="0" marL="0">
              <a:buNone/>
            </a:pPr>
            <a:r>
              <a:rPr lang="en-US" sz="2550" i="1" dirty="0">
                <a:solidFill>
                  <a:srgbClr val="CFC8E0"/>
                </a:solidFill>
                <a:latin typeface="Georgia" pitchFamily="34" charset="0"/>
                <a:ea typeface="Georgia" pitchFamily="34" charset="-122"/>
                <a:cs typeface="Georgia" pitchFamily="34" charset="-120"/>
              </a:rPr>
              <a:t>— ima nanji desu ka? “What time is it?”</a:t>
            </a:r>
            <a:endParaRPr lang="en-US" sz="2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362200"/>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VOCABULARY · 単語</a:t>
            </a:r>
            <a:endParaRPr lang="en-US" sz="1800" dirty="0"/>
          </a:p>
        </p:txBody>
      </p:sp>
      <p:sp>
        <p:nvSpPr>
          <p:cNvPr id="3" name="Text 1"/>
          <p:cNvSpPr/>
          <p:nvPr/>
        </p:nvSpPr>
        <p:spPr>
          <a:xfrm>
            <a:off x="1238250" y="2876550"/>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Everyday Vocabulary</a:t>
            </a:r>
            <a:endParaRPr lang="en-US" sz="5250" dirty="0"/>
          </a:p>
        </p:txBody>
      </p:sp>
      <p:sp>
        <p:nvSpPr>
          <p:cNvPr id="4" name="Shape 2"/>
          <p:cNvSpPr/>
          <p:nvPr/>
        </p:nvSpPr>
        <p:spPr>
          <a:xfrm>
            <a:off x="1238250" y="3838575"/>
            <a:ext cx="800100" cy="38100"/>
          </a:xfrm>
          <a:prstGeom prst="rect">
            <a:avLst/>
          </a:prstGeom>
          <a:solidFill>
            <a:srgbClr val="FFD700"/>
          </a:solidFill>
          <a:ln/>
        </p:spPr>
      </p:sp>
      <p:sp>
        <p:nvSpPr>
          <p:cNvPr id="5" name="Shape 3"/>
          <p:cNvSpPr/>
          <p:nvPr/>
        </p:nvSpPr>
        <p:spPr>
          <a:xfrm>
            <a:off x="1238250" y="4429125"/>
            <a:ext cx="3752850" cy="3495675"/>
          </a:xfrm>
          <a:prstGeom prst="roundRect">
            <a:avLst>
              <a:gd name="adj" fmla="val 1635"/>
            </a:avLst>
          </a:prstGeom>
          <a:solidFill>
            <a:srgbClr val="232350"/>
          </a:solidFill>
          <a:ln w="9525">
            <a:solidFill>
              <a:srgbClr val="34346A"/>
            </a:solidFill>
            <a:prstDash val="solid"/>
          </a:ln>
        </p:spPr>
      </p:sp>
      <p:sp>
        <p:nvSpPr>
          <p:cNvPr id="6" name="Text 4"/>
          <p:cNvSpPr/>
          <p:nvPr/>
        </p:nvSpPr>
        <p:spPr>
          <a:xfrm>
            <a:off x="1571625" y="4781550"/>
            <a:ext cx="3394710" cy="590550"/>
          </a:xfrm>
          <a:prstGeom prst="rect">
            <a:avLst/>
          </a:prstGeom>
          <a:noFill/>
          <a:ln/>
        </p:spPr>
        <p:txBody>
          <a:bodyPr wrap="square" lIns="25400" tIns="25400" rIns="25400" bIns="25400" rtlCol="0" anchor="t">
            <a:normAutofit/>
          </a:bodyPr>
          <a:lstStyle/>
          <a:p>
            <a:pPr algn="l" indent="0" marL="0">
              <a:buNone/>
            </a:pPr>
            <a:r>
              <a:rPr lang="en-US" sz="3000" dirty="0">
                <a:solidFill>
                  <a:srgbClr val="FFD700"/>
                </a:solidFill>
                <a:latin typeface="Georgia" pitchFamily="34" charset="0"/>
                <a:ea typeface="Georgia" pitchFamily="34" charset="-122"/>
                <a:cs typeface="Georgia" pitchFamily="34" charset="-120"/>
              </a:rPr>
              <a:t>あいさつ</a:t>
            </a:r>
            <a:endParaRPr lang="en-US" sz="3000" dirty="0"/>
          </a:p>
        </p:txBody>
      </p:sp>
      <p:sp>
        <p:nvSpPr>
          <p:cNvPr id="7" name="Text 5"/>
          <p:cNvSpPr/>
          <p:nvPr/>
        </p:nvSpPr>
        <p:spPr>
          <a:xfrm>
            <a:off x="1571625" y="5334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Greetings</a:t>
            </a:r>
            <a:endParaRPr lang="en-US" sz="1800" dirty="0"/>
          </a:p>
        </p:txBody>
      </p:sp>
      <p:sp>
        <p:nvSpPr>
          <p:cNvPr id="8" name="Text 6"/>
          <p:cNvSpPr/>
          <p:nvPr/>
        </p:nvSpPr>
        <p:spPr>
          <a:xfrm>
            <a:off x="1571625" y="583882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おはよう</a:t>
            </a:r>
            <a:endParaRPr lang="en-US" sz="2550" dirty="0"/>
          </a:p>
        </p:txBody>
      </p:sp>
      <p:sp>
        <p:nvSpPr>
          <p:cNvPr id="9" name="Text 7"/>
          <p:cNvSpPr/>
          <p:nvPr/>
        </p:nvSpPr>
        <p:spPr>
          <a:xfrm>
            <a:off x="1571625" y="630555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good morning</a:t>
            </a:r>
            <a:endParaRPr lang="en-US" sz="1800" dirty="0"/>
          </a:p>
        </p:txBody>
      </p:sp>
      <p:sp>
        <p:nvSpPr>
          <p:cNvPr id="10" name="Text 8"/>
          <p:cNvSpPr/>
          <p:nvPr/>
        </p:nvSpPr>
        <p:spPr>
          <a:xfrm>
            <a:off x="1571625" y="677227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ありがとう</a:t>
            </a:r>
            <a:endParaRPr lang="en-US" sz="2550" dirty="0"/>
          </a:p>
        </p:txBody>
      </p:sp>
      <p:sp>
        <p:nvSpPr>
          <p:cNvPr id="11" name="Text 9"/>
          <p:cNvSpPr/>
          <p:nvPr/>
        </p:nvSpPr>
        <p:spPr>
          <a:xfrm>
            <a:off x="1571625" y="7239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thank you</a:t>
            </a:r>
            <a:endParaRPr lang="en-US" sz="1800" dirty="0"/>
          </a:p>
        </p:txBody>
      </p:sp>
      <p:sp>
        <p:nvSpPr>
          <p:cNvPr id="12" name="Shape 10"/>
          <p:cNvSpPr/>
          <p:nvPr/>
        </p:nvSpPr>
        <p:spPr>
          <a:xfrm>
            <a:off x="5257800" y="4429125"/>
            <a:ext cx="3752850" cy="3495675"/>
          </a:xfrm>
          <a:prstGeom prst="roundRect">
            <a:avLst>
              <a:gd name="adj" fmla="val 1635"/>
            </a:avLst>
          </a:prstGeom>
          <a:solidFill>
            <a:srgbClr val="232350"/>
          </a:solidFill>
          <a:ln w="9525">
            <a:solidFill>
              <a:srgbClr val="34346A"/>
            </a:solidFill>
            <a:prstDash val="solid"/>
          </a:ln>
        </p:spPr>
      </p:sp>
      <p:sp>
        <p:nvSpPr>
          <p:cNvPr id="13" name="Text 11"/>
          <p:cNvSpPr/>
          <p:nvPr/>
        </p:nvSpPr>
        <p:spPr>
          <a:xfrm>
            <a:off x="5591175" y="4781550"/>
            <a:ext cx="3394710" cy="590550"/>
          </a:xfrm>
          <a:prstGeom prst="rect">
            <a:avLst/>
          </a:prstGeom>
          <a:noFill/>
          <a:ln/>
        </p:spPr>
        <p:txBody>
          <a:bodyPr wrap="square" lIns="25400" tIns="25400" rIns="25400" bIns="25400" rtlCol="0" anchor="t">
            <a:normAutofit/>
          </a:bodyPr>
          <a:lstStyle/>
          <a:p>
            <a:pPr algn="l" indent="0" marL="0">
              <a:buNone/>
            </a:pPr>
            <a:r>
              <a:rPr lang="en-US" sz="3000" dirty="0">
                <a:solidFill>
                  <a:srgbClr val="FFD700"/>
                </a:solidFill>
                <a:latin typeface="Georgia" pitchFamily="34" charset="0"/>
                <a:ea typeface="Georgia" pitchFamily="34" charset="-122"/>
                <a:cs typeface="Georgia" pitchFamily="34" charset="-120"/>
              </a:rPr>
              <a:t>たべもの</a:t>
            </a:r>
            <a:endParaRPr lang="en-US" sz="3000" dirty="0"/>
          </a:p>
        </p:txBody>
      </p:sp>
      <p:sp>
        <p:nvSpPr>
          <p:cNvPr id="14" name="Text 12"/>
          <p:cNvSpPr/>
          <p:nvPr/>
        </p:nvSpPr>
        <p:spPr>
          <a:xfrm>
            <a:off x="5591175" y="5334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Food</a:t>
            </a:r>
            <a:endParaRPr lang="en-US" sz="1800" dirty="0"/>
          </a:p>
        </p:txBody>
      </p:sp>
      <p:sp>
        <p:nvSpPr>
          <p:cNvPr id="15" name="Text 13"/>
          <p:cNvSpPr/>
          <p:nvPr/>
        </p:nvSpPr>
        <p:spPr>
          <a:xfrm>
            <a:off x="5591175" y="583882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ごはん</a:t>
            </a:r>
            <a:endParaRPr lang="en-US" sz="2550" dirty="0"/>
          </a:p>
        </p:txBody>
      </p:sp>
      <p:sp>
        <p:nvSpPr>
          <p:cNvPr id="16" name="Text 14"/>
          <p:cNvSpPr/>
          <p:nvPr/>
        </p:nvSpPr>
        <p:spPr>
          <a:xfrm>
            <a:off x="5591175" y="630555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rice / meal</a:t>
            </a:r>
            <a:endParaRPr lang="en-US" sz="1800" dirty="0"/>
          </a:p>
        </p:txBody>
      </p:sp>
      <p:sp>
        <p:nvSpPr>
          <p:cNvPr id="17" name="Text 15"/>
          <p:cNvSpPr/>
          <p:nvPr/>
        </p:nvSpPr>
        <p:spPr>
          <a:xfrm>
            <a:off x="5591175" y="677227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みず</a:t>
            </a:r>
            <a:endParaRPr lang="en-US" sz="2550" dirty="0"/>
          </a:p>
        </p:txBody>
      </p:sp>
      <p:sp>
        <p:nvSpPr>
          <p:cNvPr id="18" name="Text 16"/>
          <p:cNvSpPr/>
          <p:nvPr/>
        </p:nvSpPr>
        <p:spPr>
          <a:xfrm>
            <a:off x="5591175" y="7239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water</a:t>
            </a:r>
            <a:endParaRPr lang="en-US" sz="1800" dirty="0"/>
          </a:p>
        </p:txBody>
      </p:sp>
      <p:sp>
        <p:nvSpPr>
          <p:cNvPr id="19" name="Shape 17"/>
          <p:cNvSpPr/>
          <p:nvPr/>
        </p:nvSpPr>
        <p:spPr>
          <a:xfrm>
            <a:off x="9277350" y="4429125"/>
            <a:ext cx="3752850" cy="3495675"/>
          </a:xfrm>
          <a:prstGeom prst="roundRect">
            <a:avLst>
              <a:gd name="adj" fmla="val 1635"/>
            </a:avLst>
          </a:prstGeom>
          <a:solidFill>
            <a:srgbClr val="232350"/>
          </a:solidFill>
          <a:ln w="9525">
            <a:solidFill>
              <a:srgbClr val="34346A"/>
            </a:solidFill>
            <a:prstDash val="solid"/>
          </a:ln>
        </p:spPr>
      </p:sp>
      <p:sp>
        <p:nvSpPr>
          <p:cNvPr id="20" name="Text 18"/>
          <p:cNvSpPr/>
          <p:nvPr/>
        </p:nvSpPr>
        <p:spPr>
          <a:xfrm>
            <a:off x="9610725" y="4781550"/>
            <a:ext cx="3394710" cy="590550"/>
          </a:xfrm>
          <a:prstGeom prst="rect">
            <a:avLst/>
          </a:prstGeom>
          <a:noFill/>
          <a:ln/>
        </p:spPr>
        <p:txBody>
          <a:bodyPr wrap="square" lIns="25400" tIns="25400" rIns="25400" bIns="25400" rtlCol="0" anchor="t">
            <a:normAutofit/>
          </a:bodyPr>
          <a:lstStyle/>
          <a:p>
            <a:pPr algn="l" indent="0" marL="0">
              <a:buNone/>
            </a:pPr>
            <a:r>
              <a:rPr lang="en-US" sz="3000" dirty="0">
                <a:solidFill>
                  <a:srgbClr val="FFD700"/>
                </a:solidFill>
                <a:latin typeface="Georgia" pitchFamily="34" charset="0"/>
                <a:ea typeface="Georgia" pitchFamily="34" charset="-122"/>
                <a:cs typeface="Georgia" pitchFamily="34" charset="-120"/>
              </a:rPr>
              <a:t>かぞく</a:t>
            </a:r>
            <a:endParaRPr lang="en-US" sz="3000" dirty="0"/>
          </a:p>
        </p:txBody>
      </p:sp>
      <p:sp>
        <p:nvSpPr>
          <p:cNvPr id="21" name="Text 19"/>
          <p:cNvSpPr/>
          <p:nvPr/>
        </p:nvSpPr>
        <p:spPr>
          <a:xfrm>
            <a:off x="9610725" y="5334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Family</a:t>
            </a:r>
            <a:endParaRPr lang="en-US" sz="1800" dirty="0"/>
          </a:p>
        </p:txBody>
      </p:sp>
      <p:sp>
        <p:nvSpPr>
          <p:cNvPr id="22" name="Text 20"/>
          <p:cNvSpPr/>
          <p:nvPr/>
        </p:nvSpPr>
        <p:spPr>
          <a:xfrm>
            <a:off x="9610725" y="583882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はは</a:t>
            </a:r>
            <a:endParaRPr lang="en-US" sz="2550" dirty="0"/>
          </a:p>
        </p:txBody>
      </p:sp>
      <p:sp>
        <p:nvSpPr>
          <p:cNvPr id="23" name="Text 21"/>
          <p:cNvSpPr/>
          <p:nvPr/>
        </p:nvSpPr>
        <p:spPr>
          <a:xfrm>
            <a:off x="9610725" y="630555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mother</a:t>
            </a:r>
            <a:endParaRPr lang="en-US" sz="1800" dirty="0"/>
          </a:p>
        </p:txBody>
      </p:sp>
      <p:sp>
        <p:nvSpPr>
          <p:cNvPr id="24" name="Text 22"/>
          <p:cNvSpPr/>
          <p:nvPr/>
        </p:nvSpPr>
        <p:spPr>
          <a:xfrm>
            <a:off x="9610725" y="677227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ちち</a:t>
            </a:r>
            <a:endParaRPr lang="en-US" sz="2550" dirty="0"/>
          </a:p>
        </p:txBody>
      </p:sp>
      <p:sp>
        <p:nvSpPr>
          <p:cNvPr id="25" name="Text 23"/>
          <p:cNvSpPr/>
          <p:nvPr/>
        </p:nvSpPr>
        <p:spPr>
          <a:xfrm>
            <a:off x="9610725" y="7239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father</a:t>
            </a:r>
            <a:endParaRPr lang="en-US" sz="1800" dirty="0"/>
          </a:p>
        </p:txBody>
      </p:sp>
      <p:sp>
        <p:nvSpPr>
          <p:cNvPr id="26" name="Shape 24"/>
          <p:cNvSpPr/>
          <p:nvPr/>
        </p:nvSpPr>
        <p:spPr>
          <a:xfrm>
            <a:off x="13296900" y="4429125"/>
            <a:ext cx="3752850" cy="3495675"/>
          </a:xfrm>
          <a:prstGeom prst="roundRect">
            <a:avLst>
              <a:gd name="adj" fmla="val 1635"/>
            </a:avLst>
          </a:prstGeom>
          <a:solidFill>
            <a:srgbClr val="232350"/>
          </a:solidFill>
          <a:ln w="9525">
            <a:solidFill>
              <a:srgbClr val="34346A"/>
            </a:solidFill>
            <a:prstDash val="solid"/>
          </a:ln>
        </p:spPr>
      </p:sp>
      <p:sp>
        <p:nvSpPr>
          <p:cNvPr id="27" name="Text 25"/>
          <p:cNvSpPr/>
          <p:nvPr/>
        </p:nvSpPr>
        <p:spPr>
          <a:xfrm>
            <a:off x="13630275" y="4781550"/>
            <a:ext cx="3394710" cy="590550"/>
          </a:xfrm>
          <a:prstGeom prst="rect">
            <a:avLst/>
          </a:prstGeom>
          <a:noFill/>
          <a:ln/>
        </p:spPr>
        <p:txBody>
          <a:bodyPr wrap="square" lIns="25400" tIns="25400" rIns="25400" bIns="25400" rtlCol="0" anchor="t">
            <a:normAutofit/>
          </a:bodyPr>
          <a:lstStyle/>
          <a:p>
            <a:pPr algn="l" indent="0" marL="0">
              <a:buNone/>
            </a:pPr>
            <a:r>
              <a:rPr lang="en-US" sz="3000" dirty="0">
                <a:solidFill>
                  <a:srgbClr val="FFD700"/>
                </a:solidFill>
                <a:latin typeface="Georgia" pitchFamily="34" charset="0"/>
                <a:ea typeface="Georgia" pitchFamily="34" charset="-122"/>
                <a:cs typeface="Georgia" pitchFamily="34" charset="-120"/>
              </a:rPr>
              <a:t>いろ</a:t>
            </a:r>
            <a:endParaRPr lang="en-US" sz="3000" dirty="0"/>
          </a:p>
        </p:txBody>
      </p:sp>
      <p:sp>
        <p:nvSpPr>
          <p:cNvPr id="28" name="Text 26"/>
          <p:cNvSpPr/>
          <p:nvPr/>
        </p:nvSpPr>
        <p:spPr>
          <a:xfrm>
            <a:off x="13630275" y="5334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Colors</a:t>
            </a:r>
            <a:endParaRPr lang="en-US" sz="1800" dirty="0"/>
          </a:p>
        </p:txBody>
      </p:sp>
      <p:sp>
        <p:nvSpPr>
          <p:cNvPr id="29" name="Text 27"/>
          <p:cNvSpPr/>
          <p:nvPr/>
        </p:nvSpPr>
        <p:spPr>
          <a:xfrm>
            <a:off x="13630275" y="583882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あか</a:t>
            </a:r>
            <a:endParaRPr lang="en-US" sz="2550" dirty="0"/>
          </a:p>
        </p:txBody>
      </p:sp>
      <p:sp>
        <p:nvSpPr>
          <p:cNvPr id="30" name="Text 28"/>
          <p:cNvSpPr/>
          <p:nvPr/>
        </p:nvSpPr>
        <p:spPr>
          <a:xfrm>
            <a:off x="13630275" y="630555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red</a:t>
            </a:r>
            <a:endParaRPr lang="en-US" sz="1800" dirty="0"/>
          </a:p>
        </p:txBody>
      </p:sp>
      <p:sp>
        <p:nvSpPr>
          <p:cNvPr id="31" name="Text 29"/>
          <p:cNvSpPr/>
          <p:nvPr/>
        </p:nvSpPr>
        <p:spPr>
          <a:xfrm>
            <a:off x="13630275" y="677227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あお</a:t>
            </a:r>
            <a:endParaRPr lang="en-US" sz="2550" dirty="0"/>
          </a:p>
        </p:txBody>
      </p:sp>
      <p:sp>
        <p:nvSpPr>
          <p:cNvPr id="32" name="Text 30"/>
          <p:cNvSpPr/>
          <p:nvPr/>
        </p:nvSpPr>
        <p:spPr>
          <a:xfrm>
            <a:off x="13630275" y="7239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blue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695575"/>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JLPT N5 KANJI · 漢字</a:t>
            </a:r>
            <a:endParaRPr lang="en-US" sz="1800" dirty="0"/>
          </a:p>
        </p:txBody>
      </p:sp>
      <p:sp>
        <p:nvSpPr>
          <p:cNvPr id="3" name="Text 1"/>
          <p:cNvSpPr/>
          <p:nvPr/>
        </p:nvSpPr>
        <p:spPr>
          <a:xfrm>
            <a:off x="1238250" y="3209925"/>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Your First Kanji</a:t>
            </a:r>
            <a:endParaRPr lang="en-US" sz="5250" dirty="0"/>
          </a:p>
        </p:txBody>
      </p:sp>
      <p:sp>
        <p:nvSpPr>
          <p:cNvPr id="4" name="Shape 2"/>
          <p:cNvSpPr/>
          <p:nvPr/>
        </p:nvSpPr>
        <p:spPr>
          <a:xfrm>
            <a:off x="1238250" y="4171950"/>
            <a:ext cx="800100" cy="38100"/>
          </a:xfrm>
          <a:prstGeom prst="rect">
            <a:avLst/>
          </a:prstGeom>
          <a:solidFill>
            <a:srgbClr val="FFD700"/>
          </a:solidFill>
          <a:ln/>
        </p:spPr>
      </p:sp>
      <p:sp>
        <p:nvSpPr>
          <p:cNvPr id="5" name="Shape 3"/>
          <p:cNvSpPr/>
          <p:nvPr/>
        </p:nvSpPr>
        <p:spPr>
          <a:xfrm>
            <a:off x="1238250" y="4762500"/>
            <a:ext cx="2460575" cy="2085975"/>
          </a:xfrm>
          <a:prstGeom prst="roundRect">
            <a:avLst>
              <a:gd name="adj" fmla="val 2740"/>
            </a:avLst>
          </a:prstGeom>
          <a:solidFill>
            <a:srgbClr val="232350"/>
          </a:solidFill>
          <a:ln w="9525">
            <a:solidFill>
              <a:srgbClr val="34346A"/>
            </a:solidFill>
            <a:prstDash val="solid"/>
          </a:ln>
        </p:spPr>
      </p:sp>
      <p:sp>
        <p:nvSpPr>
          <p:cNvPr id="6" name="Text 4"/>
          <p:cNvSpPr/>
          <p:nvPr/>
        </p:nvSpPr>
        <p:spPr>
          <a:xfrm>
            <a:off x="1125699" y="5057775"/>
            <a:ext cx="2685678" cy="781050"/>
          </a:xfrm>
          <a:prstGeom prst="rect">
            <a:avLst/>
          </a:prstGeom>
          <a:noFill/>
          <a:ln/>
        </p:spPr>
        <p:txBody>
          <a:bodyPr wrap="square" lIns="25400" tIns="25400" rIns="25400" bIns="25400" rtlCol="0" anchor="t">
            <a:normAutofit/>
          </a:bodyPr>
          <a:lstStyle/>
          <a:p>
            <a:pPr algn="ctr" indent="0" marL="0">
              <a:lnSpc>
                <a:spcPct val="100000"/>
              </a:lnSpc>
              <a:buNone/>
            </a:pPr>
            <a:r>
              <a:rPr lang="en-US" sz="5850" dirty="0">
                <a:solidFill>
                  <a:srgbClr val="FFB7C5"/>
                </a:solidFill>
                <a:latin typeface="Georgia" pitchFamily="34" charset="0"/>
                <a:ea typeface="Georgia" pitchFamily="34" charset="-122"/>
                <a:cs typeface="Georgia" pitchFamily="34" charset="-120"/>
              </a:rPr>
              <a:t>日</a:t>
            </a:r>
            <a:endParaRPr lang="en-US" sz="5850" dirty="0"/>
          </a:p>
        </p:txBody>
      </p:sp>
      <p:sp>
        <p:nvSpPr>
          <p:cNvPr id="7" name="Text 5"/>
          <p:cNvSpPr/>
          <p:nvPr/>
        </p:nvSpPr>
        <p:spPr>
          <a:xfrm>
            <a:off x="1125699" y="5934075"/>
            <a:ext cx="2685678"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hi / nichi</a:t>
            </a:r>
            <a:endParaRPr lang="en-US" sz="1950" dirty="0"/>
          </a:p>
        </p:txBody>
      </p:sp>
      <p:sp>
        <p:nvSpPr>
          <p:cNvPr id="8" name="Text 6"/>
          <p:cNvSpPr/>
          <p:nvPr/>
        </p:nvSpPr>
        <p:spPr>
          <a:xfrm>
            <a:off x="1125699" y="6219825"/>
            <a:ext cx="2685678"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EDE8E0"/>
                </a:solidFill>
                <a:latin typeface="Arial" pitchFamily="34" charset="0"/>
                <a:ea typeface="Arial" pitchFamily="34" charset="-122"/>
                <a:cs typeface="Arial" pitchFamily="34" charset="-120"/>
              </a:rPr>
              <a:t>sun, day</a:t>
            </a:r>
            <a:endParaRPr lang="en-US" sz="1800" dirty="0"/>
          </a:p>
        </p:txBody>
      </p:sp>
      <p:sp>
        <p:nvSpPr>
          <p:cNvPr id="9" name="Shape 7"/>
          <p:cNvSpPr/>
          <p:nvPr/>
        </p:nvSpPr>
        <p:spPr>
          <a:xfrm>
            <a:off x="3908375" y="4762500"/>
            <a:ext cx="2460575" cy="2085975"/>
          </a:xfrm>
          <a:prstGeom prst="roundRect">
            <a:avLst>
              <a:gd name="adj" fmla="val 2740"/>
            </a:avLst>
          </a:prstGeom>
          <a:solidFill>
            <a:srgbClr val="232350"/>
          </a:solidFill>
          <a:ln w="9525">
            <a:solidFill>
              <a:srgbClr val="34346A"/>
            </a:solidFill>
            <a:prstDash val="solid"/>
          </a:ln>
        </p:spPr>
      </p:sp>
      <p:sp>
        <p:nvSpPr>
          <p:cNvPr id="10" name="Text 8"/>
          <p:cNvSpPr/>
          <p:nvPr/>
        </p:nvSpPr>
        <p:spPr>
          <a:xfrm>
            <a:off x="3795824" y="5057775"/>
            <a:ext cx="2685678" cy="781050"/>
          </a:xfrm>
          <a:prstGeom prst="rect">
            <a:avLst/>
          </a:prstGeom>
          <a:noFill/>
          <a:ln/>
        </p:spPr>
        <p:txBody>
          <a:bodyPr wrap="square" lIns="25400" tIns="25400" rIns="25400" bIns="25400" rtlCol="0" anchor="t">
            <a:normAutofit/>
          </a:bodyPr>
          <a:lstStyle/>
          <a:p>
            <a:pPr algn="ctr" indent="0" marL="0">
              <a:lnSpc>
                <a:spcPct val="100000"/>
              </a:lnSpc>
              <a:buNone/>
            </a:pPr>
            <a:r>
              <a:rPr lang="en-US" sz="5850" dirty="0">
                <a:solidFill>
                  <a:srgbClr val="FFB7C5"/>
                </a:solidFill>
                <a:latin typeface="Georgia" pitchFamily="34" charset="0"/>
                <a:ea typeface="Georgia" pitchFamily="34" charset="-122"/>
                <a:cs typeface="Georgia" pitchFamily="34" charset="-120"/>
              </a:rPr>
              <a:t>月</a:t>
            </a:r>
            <a:endParaRPr lang="en-US" sz="5850" dirty="0"/>
          </a:p>
        </p:txBody>
      </p:sp>
      <p:sp>
        <p:nvSpPr>
          <p:cNvPr id="11" name="Text 9"/>
          <p:cNvSpPr/>
          <p:nvPr/>
        </p:nvSpPr>
        <p:spPr>
          <a:xfrm>
            <a:off x="3795824" y="5934075"/>
            <a:ext cx="2685678"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tsuki / getsu</a:t>
            </a:r>
            <a:endParaRPr lang="en-US" sz="1950" dirty="0"/>
          </a:p>
        </p:txBody>
      </p:sp>
      <p:sp>
        <p:nvSpPr>
          <p:cNvPr id="12" name="Text 10"/>
          <p:cNvSpPr/>
          <p:nvPr/>
        </p:nvSpPr>
        <p:spPr>
          <a:xfrm>
            <a:off x="3795824" y="6219825"/>
            <a:ext cx="2685678"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EDE8E0"/>
                </a:solidFill>
                <a:latin typeface="Arial" pitchFamily="34" charset="0"/>
                <a:ea typeface="Arial" pitchFamily="34" charset="-122"/>
                <a:cs typeface="Arial" pitchFamily="34" charset="-120"/>
              </a:rPr>
              <a:t>moon, month</a:t>
            </a:r>
            <a:endParaRPr lang="en-US" sz="1800" dirty="0"/>
          </a:p>
        </p:txBody>
      </p:sp>
      <p:sp>
        <p:nvSpPr>
          <p:cNvPr id="13" name="Shape 11"/>
          <p:cNvSpPr/>
          <p:nvPr/>
        </p:nvSpPr>
        <p:spPr>
          <a:xfrm>
            <a:off x="6578501" y="4762500"/>
            <a:ext cx="2460724" cy="2085975"/>
          </a:xfrm>
          <a:prstGeom prst="roundRect">
            <a:avLst>
              <a:gd name="adj" fmla="val 2740"/>
            </a:avLst>
          </a:prstGeom>
          <a:solidFill>
            <a:srgbClr val="232350"/>
          </a:solidFill>
          <a:ln w="9525">
            <a:solidFill>
              <a:srgbClr val="34346A"/>
            </a:solidFill>
            <a:prstDash val="solid"/>
          </a:ln>
        </p:spPr>
      </p:sp>
      <p:sp>
        <p:nvSpPr>
          <p:cNvPr id="14" name="Text 12"/>
          <p:cNvSpPr/>
          <p:nvPr/>
        </p:nvSpPr>
        <p:spPr>
          <a:xfrm>
            <a:off x="6465942" y="5057775"/>
            <a:ext cx="2685842" cy="781050"/>
          </a:xfrm>
          <a:prstGeom prst="rect">
            <a:avLst/>
          </a:prstGeom>
          <a:noFill/>
          <a:ln/>
        </p:spPr>
        <p:txBody>
          <a:bodyPr wrap="square" lIns="25400" tIns="25400" rIns="25400" bIns="25400" rtlCol="0" anchor="t">
            <a:normAutofit/>
          </a:bodyPr>
          <a:lstStyle/>
          <a:p>
            <a:pPr algn="ctr" indent="0" marL="0">
              <a:lnSpc>
                <a:spcPct val="100000"/>
              </a:lnSpc>
              <a:buNone/>
            </a:pPr>
            <a:r>
              <a:rPr lang="en-US" sz="5850" dirty="0">
                <a:solidFill>
                  <a:srgbClr val="FFB7C5"/>
                </a:solidFill>
                <a:latin typeface="Georgia" pitchFamily="34" charset="0"/>
                <a:ea typeface="Georgia" pitchFamily="34" charset="-122"/>
                <a:cs typeface="Georgia" pitchFamily="34" charset="-120"/>
              </a:rPr>
              <a:t>木</a:t>
            </a:r>
            <a:endParaRPr lang="en-US" sz="5850" dirty="0"/>
          </a:p>
        </p:txBody>
      </p:sp>
      <p:sp>
        <p:nvSpPr>
          <p:cNvPr id="15" name="Text 13"/>
          <p:cNvSpPr/>
          <p:nvPr/>
        </p:nvSpPr>
        <p:spPr>
          <a:xfrm>
            <a:off x="6465942" y="5934075"/>
            <a:ext cx="2685842"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ki / moku</a:t>
            </a:r>
            <a:endParaRPr lang="en-US" sz="1950" dirty="0"/>
          </a:p>
        </p:txBody>
      </p:sp>
      <p:sp>
        <p:nvSpPr>
          <p:cNvPr id="16" name="Text 14"/>
          <p:cNvSpPr/>
          <p:nvPr/>
        </p:nvSpPr>
        <p:spPr>
          <a:xfrm>
            <a:off x="6465942" y="6219825"/>
            <a:ext cx="2685842"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EDE8E0"/>
                </a:solidFill>
                <a:latin typeface="Arial" pitchFamily="34" charset="0"/>
                <a:ea typeface="Arial" pitchFamily="34" charset="-122"/>
                <a:cs typeface="Arial" pitchFamily="34" charset="-120"/>
              </a:rPr>
              <a:t>tree</a:t>
            </a:r>
            <a:endParaRPr lang="en-US" sz="1800" dirty="0"/>
          </a:p>
        </p:txBody>
      </p:sp>
      <p:sp>
        <p:nvSpPr>
          <p:cNvPr id="17" name="Shape 15"/>
          <p:cNvSpPr/>
          <p:nvPr/>
        </p:nvSpPr>
        <p:spPr>
          <a:xfrm>
            <a:off x="9248775" y="4762500"/>
            <a:ext cx="2460575" cy="2085975"/>
          </a:xfrm>
          <a:prstGeom prst="roundRect">
            <a:avLst>
              <a:gd name="adj" fmla="val 2740"/>
            </a:avLst>
          </a:prstGeom>
          <a:solidFill>
            <a:srgbClr val="232350"/>
          </a:solidFill>
          <a:ln w="9525">
            <a:solidFill>
              <a:srgbClr val="34346A"/>
            </a:solidFill>
            <a:prstDash val="solid"/>
          </a:ln>
        </p:spPr>
      </p:sp>
      <p:sp>
        <p:nvSpPr>
          <p:cNvPr id="18" name="Text 16"/>
          <p:cNvSpPr/>
          <p:nvPr/>
        </p:nvSpPr>
        <p:spPr>
          <a:xfrm>
            <a:off x="9136224" y="5057775"/>
            <a:ext cx="2685678" cy="781050"/>
          </a:xfrm>
          <a:prstGeom prst="rect">
            <a:avLst/>
          </a:prstGeom>
          <a:noFill/>
          <a:ln/>
        </p:spPr>
        <p:txBody>
          <a:bodyPr wrap="square" lIns="25400" tIns="25400" rIns="25400" bIns="25400" rtlCol="0" anchor="t">
            <a:normAutofit/>
          </a:bodyPr>
          <a:lstStyle/>
          <a:p>
            <a:pPr algn="ctr" indent="0" marL="0">
              <a:lnSpc>
                <a:spcPct val="100000"/>
              </a:lnSpc>
              <a:buNone/>
            </a:pPr>
            <a:r>
              <a:rPr lang="en-US" sz="5850" dirty="0">
                <a:solidFill>
                  <a:srgbClr val="FFB7C5"/>
                </a:solidFill>
                <a:latin typeface="Georgia" pitchFamily="34" charset="0"/>
                <a:ea typeface="Georgia" pitchFamily="34" charset="-122"/>
                <a:cs typeface="Georgia" pitchFamily="34" charset="-120"/>
              </a:rPr>
              <a:t>山</a:t>
            </a:r>
            <a:endParaRPr lang="en-US" sz="5850" dirty="0"/>
          </a:p>
        </p:txBody>
      </p:sp>
      <p:sp>
        <p:nvSpPr>
          <p:cNvPr id="19" name="Text 17"/>
          <p:cNvSpPr/>
          <p:nvPr/>
        </p:nvSpPr>
        <p:spPr>
          <a:xfrm>
            <a:off x="9136224" y="5934075"/>
            <a:ext cx="2685678"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yama / san</a:t>
            </a:r>
            <a:endParaRPr lang="en-US" sz="1950" dirty="0"/>
          </a:p>
        </p:txBody>
      </p:sp>
      <p:sp>
        <p:nvSpPr>
          <p:cNvPr id="20" name="Text 18"/>
          <p:cNvSpPr/>
          <p:nvPr/>
        </p:nvSpPr>
        <p:spPr>
          <a:xfrm>
            <a:off x="9136224" y="6219825"/>
            <a:ext cx="2685678"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EDE8E0"/>
                </a:solidFill>
                <a:latin typeface="Arial" pitchFamily="34" charset="0"/>
                <a:ea typeface="Arial" pitchFamily="34" charset="-122"/>
                <a:cs typeface="Arial" pitchFamily="34" charset="-120"/>
              </a:rPr>
              <a:t>mountain</a:t>
            </a:r>
            <a:endParaRPr lang="en-US" sz="1800" dirty="0"/>
          </a:p>
        </p:txBody>
      </p:sp>
      <p:sp>
        <p:nvSpPr>
          <p:cNvPr id="21" name="Shape 19"/>
          <p:cNvSpPr/>
          <p:nvPr/>
        </p:nvSpPr>
        <p:spPr>
          <a:xfrm>
            <a:off x="11918900" y="4762500"/>
            <a:ext cx="2460575" cy="2085975"/>
          </a:xfrm>
          <a:prstGeom prst="roundRect">
            <a:avLst>
              <a:gd name="adj" fmla="val 2740"/>
            </a:avLst>
          </a:prstGeom>
          <a:solidFill>
            <a:srgbClr val="232350"/>
          </a:solidFill>
          <a:ln w="9525">
            <a:solidFill>
              <a:srgbClr val="34346A"/>
            </a:solidFill>
            <a:prstDash val="solid"/>
          </a:ln>
        </p:spPr>
      </p:sp>
      <p:sp>
        <p:nvSpPr>
          <p:cNvPr id="22" name="Text 20"/>
          <p:cNvSpPr/>
          <p:nvPr/>
        </p:nvSpPr>
        <p:spPr>
          <a:xfrm>
            <a:off x="11806349" y="5057775"/>
            <a:ext cx="2685678" cy="781050"/>
          </a:xfrm>
          <a:prstGeom prst="rect">
            <a:avLst/>
          </a:prstGeom>
          <a:noFill/>
          <a:ln/>
        </p:spPr>
        <p:txBody>
          <a:bodyPr wrap="square" lIns="25400" tIns="25400" rIns="25400" bIns="25400" rtlCol="0" anchor="t">
            <a:normAutofit/>
          </a:bodyPr>
          <a:lstStyle/>
          <a:p>
            <a:pPr algn="ctr" indent="0" marL="0">
              <a:lnSpc>
                <a:spcPct val="100000"/>
              </a:lnSpc>
              <a:buNone/>
            </a:pPr>
            <a:r>
              <a:rPr lang="en-US" sz="5850" dirty="0">
                <a:solidFill>
                  <a:srgbClr val="FFB7C5"/>
                </a:solidFill>
                <a:latin typeface="Georgia" pitchFamily="34" charset="0"/>
                <a:ea typeface="Georgia" pitchFamily="34" charset="-122"/>
                <a:cs typeface="Georgia" pitchFamily="34" charset="-120"/>
              </a:rPr>
              <a:t>川</a:t>
            </a:r>
            <a:endParaRPr lang="en-US" sz="5850" dirty="0"/>
          </a:p>
        </p:txBody>
      </p:sp>
      <p:sp>
        <p:nvSpPr>
          <p:cNvPr id="23" name="Text 21"/>
          <p:cNvSpPr/>
          <p:nvPr/>
        </p:nvSpPr>
        <p:spPr>
          <a:xfrm>
            <a:off x="11806349" y="5934075"/>
            <a:ext cx="2685678"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kawa</a:t>
            </a:r>
            <a:endParaRPr lang="en-US" sz="1950" dirty="0"/>
          </a:p>
        </p:txBody>
      </p:sp>
      <p:sp>
        <p:nvSpPr>
          <p:cNvPr id="24" name="Text 22"/>
          <p:cNvSpPr/>
          <p:nvPr/>
        </p:nvSpPr>
        <p:spPr>
          <a:xfrm>
            <a:off x="11806349" y="6219825"/>
            <a:ext cx="2685678"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EDE8E0"/>
                </a:solidFill>
                <a:latin typeface="Arial" pitchFamily="34" charset="0"/>
                <a:ea typeface="Arial" pitchFamily="34" charset="-122"/>
                <a:cs typeface="Arial" pitchFamily="34" charset="-120"/>
              </a:rPr>
              <a:t>river</a:t>
            </a:r>
            <a:endParaRPr lang="en-US" sz="1800" dirty="0"/>
          </a:p>
        </p:txBody>
      </p:sp>
      <p:sp>
        <p:nvSpPr>
          <p:cNvPr id="25" name="Shape 23"/>
          <p:cNvSpPr/>
          <p:nvPr/>
        </p:nvSpPr>
        <p:spPr>
          <a:xfrm>
            <a:off x="14589026" y="4762500"/>
            <a:ext cx="2460724" cy="2085975"/>
          </a:xfrm>
          <a:prstGeom prst="roundRect">
            <a:avLst>
              <a:gd name="adj" fmla="val 2740"/>
            </a:avLst>
          </a:prstGeom>
          <a:solidFill>
            <a:srgbClr val="232350"/>
          </a:solidFill>
          <a:ln w="9525">
            <a:solidFill>
              <a:srgbClr val="34346A"/>
            </a:solidFill>
            <a:prstDash val="solid"/>
          </a:ln>
        </p:spPr>
      </p:sp>
      <p:sp>
        <p:nvSpPr>
          <p:cNvPr id="26" name="Text 24"/>
          <p:cNvSpPr/>
          <p:nvPr/>
        </p:nvSpPr>
        <p:spPr>
          <a:xfrm>
            <a:off x="14476467" y="5057775"/>
            <a:ext cx="2685842" cy="781050"/>
          </a:xfrm>
          <a:prstGeom prst="rect">
            <a:avLst/>
          </a:prstGeom>
          <a:noFill/>
          <a:ln/>
        </p:spPr>
        <p:txBody>
          <a:bodyPr wrap="square" lIns="25400" tIns="25400" rIns="25400" bIns="25400" rtlCol="0" anchor="t">
            <a:normAutofit/>
          </a:bodyPr>
          <a:lstStyle/>
          <a:p>
            <a:pPr algn="ctr" indent="0" marL="0">
              <a:lnSpc>
                <a:spcPct val="100000"/>
              </a:lnSpc>
              <a:buNone/>
            </a:pPr>
            <a:r>
              <a:rPr lang="en-US" sz="5850" dirty="0">
                <a:solidFill>
                  <a:srgbClr val="FFB7C5"/>
                </a:solidFill>
                <a:latin typeface="Georgia" pitchFamily="34" charset="0"/>
                <a:ea typeface="Georgia" pitchFamily="34" charset="-122"/>
                <a:cs typeface="Georgia" pitchFamily="34" charset="-120"/>
              </a:rPr>
              <a:t>人</a:t>
            </a:r>
            <a:endParaRPr lang="en-US" sz="5850" dirty="0"/>
          </a:p>
        </p:txBody>
      </p:sp>
      <p:sp>
        <p:nvSpPr>
          <p:cNvPr id="27" name="Text 25"/>
          <p:cNvSpPr/>
          <p:nvPr/>
        </p:nvSpPr>
        <p:spPr>
          <a:xfrm>
            <a:off x="14476467" y="5934075"/>
            <a:ext cx="2685842"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hito / jin</a:t>
            </a:r>
            <a:endParaRPr lang="en-US" sz="1950" dirty="0"/>
          </a:p>
        </p:txBody>
      </p:sp>
      <p:sp>
        <p:nvSpPr>
          <p:cNvPr id="28" name="Text 26"/>
          <p:cNvSpPr/>
          <p:nvPr/>
        </p:nvSpPr>
        <p:spPr>
          <a:xfrm>
            <a:off x="14476467" y="6219825"/>
            <a:ext cx="2685842"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EDE8E0"/>
                </a:solidFill>
                <a:latin typeface="Arial" pitchFamily="34" charset="0"/>
                <a:ea typeface="Arial" pitchFamily="34" charset="-122"/>
                <a:cs typeface="Arial" pitchFamily="34" charset="-120"/>
              </a:rPr>
              <a:t>person</a:t>
            </a:r>
            <a:endParaRPr lang="en-US" sz="1800" dirty="0"/>
          </a:p>
        </p:txBody>
      </p:sp>
      <p:sp>
        <p:nvSpPr>
          <p:cNvPr id="29" name="Text 27"/>
          <p:cNvSpPr/>
          <p:nvPr/>
        </p:nvSpPr>
        <p:spPr>
          <a:xfrm>
            <a:off x="1238250" y="7248525"/>
            <a:ext cx="17392650" cy="381000"/>
          </a:xfrm>
          <a:prstGeom prst="rect">
            <a:avLst/>
          </a:prstGeom>
          <a:noFill/>
          <a:ln/>
        </p:spPr>
        <p:txBody>
          <a:bodyPr wrap="square" lIns="25400" tIns="25400" rIns="25400" bIns="25400" rtlCol="0" anchor="t">
            <a:normAutofit/>
          </a:bodyPr>
          <a:lstStyle/>
          <a:p>
            <a:pPr algn="l" indent="0" marL="0">
              <a:buNone/>
            </a:pPr>
            <a:r>
              <a:rPr lang="en-US" sz="2400" i="1" dirty="0">
                <a:solidFill>
                  <a:srgbClr val="CFC8E0"/>
                </a:solidFill>
                <a:latin typeface="Georgia" pitchFamily="34" charset="0"/>
                <a:ea typeface="Georgia" pitchFamily="34" charset="-122"/>
                <a:cs typeface="Georgia" pitchFamily="34" charset="-120"/>
              </a:rPr>
              <a:t>About 100 kanji at N5 — learned slowly, with stroke order and example words.</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62F"/>
        </a:solidFill>
      </p:bgPr>
    </p:bg>
    <p:spTree>
      <p:nvGrpSpPr>
        <p:cNvPr id="1" name=""/>
        <p:cNvGrpSpPr/>
        <p:nvPr/>
      </p:nvGrpSpPr>
      <p:grpSpPr>
        <a:xfrm>
          <a:off x="0" y="0"/>
          <a:ext cx="0" cy="0"/>
          <a:chOff x="0" y="0"/>
          <a:chExt cx="0" cy="0"/>
        </a:xfrm>
      </p:grpSpPr>
      <p:sp>
        <p:nvSpPr>
          <p:cNvPr id="2" name="Text 0"/>
          <p:cNvSpPr/>
          <p:nvPr/>
        </p:nvSpPr>
        <p:spPr>
          <a:xfrm>
            <a:off x="12858750" y="2286000"/>
            <a:ext cx="6286500" cy="5753100"/>
          </a:xfrm>
          <a:prstGeom prst="rect">
            <a:avLst/>
          </a:prstGeom>
          <a:noFill/>
          <a:ln/>
        </p:spPr>
        <p:txBody>
          <a:bodyPr wrap="square" lIns="25400" tIns="25400" rIns="25400" bIns="25400" rtlCol="0" anchor="t">
            <a:normAutofit/>
          </a:bodyPr>
          <a:lstStyle/>
          <a:p>
            <a:pPr algn="l" indent="0" marL="0">
              <a:lnSpc>
                <a:spcPct val="112500"/>
              </a:lnSpc>
              <a:buNone/>
            </a:pPr>
            <a:r>
              <a:rPr lang="en-US" sz="40000" b="1" dirty="0">
                <a:solidFill>
                  <a:srgbClr val="FFD700">
                    <a:alpha val="5000"/>
                  </a:srgbClr>
                </a:solidFill>
                <a:latin typeface="Georgia" pitchFamily="34" charset="0"/>
                <a:ea typeface="Georgia" pitchFamily="34" charset="-122"/>
                <a:cs typeface="Georgia" pitchFamily="34" charset="-120"/>
              </a:rPr>
              <a:t>話</a:t>
            </a:r>
            <a:endParaRPr lang="en-US" sz="40000" dirty="0"/>
          </a:p>
        </p:txBody>
      </p:sp>
      <p:sp>
        <p:nvSpPr>
          <p:cNvPr id="3" name="Shape 1"/>
          <p:cNvSpPr/>
          <p:nvPr/>
        </p:nvSpPr>
        <p:spPr>
          <a:xfrm>
            <a:off x="0" y="8858250"/>
            <a:ext cx="18288000" cy="1428750"/>
          </a:xfrm>
          <a:prstGeom prst="rect">
            <a:avLst/>
          </a:prstGeom>
          <a:gradFill rotWithShape="1">
            <a:gsLst>
              <a:gs pos="24000">
                <a:srgbClr val="121228">
                  <a:alpha val="100000"/>
                </a:srgbClr>
              </a:gs>
              <a:gs pos="25000">
                <a:srgbClr val="2E263B">
                  <a:alpha val="100000"/>
                </a:srgbClr>
              </a:gs>
              <a:gs pos="28000">
                <a:srgbClr val="2E263B">
                  <a:alpha val="100000"/>
                </a:srgbClr>
              </a:gs>
              <a:gs pos="29000">
                <a:srgbClr val="121228">
                  <a:alpha val="100000"/>
                </a:srgbClr>
              </a:gs>
              <a:gs pos="36000">
                <a:srgbClr val="121228">
                  <a:alpha val="100000"/>
                </a:srgbClr>
              </a:gs>
              <a:gs pos="37000">
                <a:srgbClr val="2E263B">
                  <a:alpha val="100000"/>
                </a:srgbClr>
              </a:gs>
              <a:gs pos="40000">
                <a:srgbClr val="2E263B">
                  <a:alpha val="100000"/>
                </a:srgbClr>
              </a:gs>
              <a:gs pos="41000">
                <a:srgbClr val="121228">
                  <a:alpha val="100000"/>
                </a:srgbClr>
              </a:gs>
            </a:gsLst>
            <a:path path="circle">
              <a:fillToRect l="100000" t="100000" r="0" b="0"/>
            </a:path>
          </a:gradFill>
          <a:ln/>
        </p:spPr>
      </p:sp>
      <p:sp>
        <p:nvSpPr>
          <p:cNvPr id="4" name="Text 2"/>
          <p:cNvSpPr/>
          <p:nvPr/>
        </p:nvSpPr>
        <p:spPr>
          <a:xfrm>
            <a:off x="1238250" y="3857625"/>
            <a:ext cx="3663687" cy="2609850"/>
          </a:xfrm>
          <a:prstGeom prst="rect">
            <a:avLst/>
          </a:prstGeom>
          <a:noFill/>
          <a:ln/>
        </p:spPr>
        <p:txBody>
          <a:bodyPr wrap="square" lIns="25400" tIns="25400" rIns="25400" bIns="25400" rtlCol="0" anchor="t">
            <a:normAutofit/>
          </a:bodyPr>
          <a:lstStyle/>
          <a:p>
            <a:pPr algn="l" indent="0" marL="0">
              <a:lnSpc>
                <a:spcPct val="90000"/>
              </a:lnSpc>
              <a:buNone/>
            </a:pPr>
            <a:r>
              <a:rPr lang="en-US" sz="22500" b="1" dirty="0">
                <a:ln w="19050">
                  <a:solidFill>
                    <a:srgbClr val="FFD700"/>
                  </a:solidFill>
                </a:ln>
                <a:solidFill>
                  <a:srgbClr val="000000">
                    <a:alpha val="0"/>
                  </a:srgbClr>
                </a:solidFill>
                <a:latin typeface="Georgia" pitchFamily="34" charset="0"/>
                <a:ea typeface="Georgia" pitchFamily="34" charset="-122"/>
                <a:cs typeface="Georgia" pitchFamily="34" charset="-120"/>
              </a:rPr>
              <a:t>03</a:t>
            </a:r>
            <a:endParaRPr lang="en-US" sz="22500" dirty="0"/>
          </a:p>
        </p:txBody>
      </p:sp>
      <p:sp>
        <p:nvSpPr>
          <p:cNvPr id="5" name="Text 3"/>
          <p:cNvSpPr/>
          <p:nvPr/>
        </p:nvSpPr>
        <p:spPr>
          <a:xfrm>
            <a:off x="5235625" y="3481388"/>
            <a:ext cx="6705600" cy="314325"/>
          </a:xfrm>
          <a:prstGeom prst="rect">
            <a:avLst/>
          </a:prstGeom>
          <a:noFill/>
          <a:ln/>
        </p:spPr>
        <p:txBody>
          <a:bodyPr wrap="square" lIns="25400" tIns="25400" rIns="25400" bIns="25400" rtlCol="0" anchor="t">
            <a:normAutofit/>
          </a:bodyPr>
          <a:lstStyle/>
          <a:p>
            <a:pPr algn="l" indent="0" marL="0">
              <a:buNone/>
            </a:pPr>
            <a:r>
              <a:rPr lang="en-US" sz="1875" b="1" spc="600" kern="0" dirty="0">
                <a:solidFill>
                  <a:srgbClr val="FFD700"/>
                </a:solidFill>
                <a:latin typeface="Arial" pitchFamily="34" charset="0"/>
                <a:ea typeface="Arial" pitchFamily="34" charset="-122"/>
                <a:cs typeface="Arial" pitchFamily="34" charset="-120"/>
              </a:rPr>
              <a:t>STAGE THREE</a:t>
            </a:r>
            <a:endParaRPr lang="en-US" sz="1875" dirty="0"/>
          </a:p>
        </p:txBody>
      </p:sp>
      <p:sp>
        <p:nvSpPr>
          <p:cNvPr id="6" name="Text 4"/>
          <p:cNvSpPr/>
          <p:nvPr/>
        </p:nvSpPr>
        <p:spPr>
          <a:xfrm>
            <a:off x="5235625" y="3890962"/>
            <a:ext cx="6705600"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B7C5"/>
                </a:solidFill>
                <a:latin typeface="Georgia" pitchFamily="34" charset="0"/>
                <a:ea typeface="Georgia" pitchFamily="34" charset="-122"/>
                <a:cs typeface="Georgia" pitchFamily="34" charset="-120"/>
              </a:rPr>
              <a:t>実践</a:t>
            </a:r>
            <a:endParaRPr lang="en-US" sz="8250" dirty="0"/>
          </a:p>
        </p:txBody>
      </p:sp>
      <p:sp>
        <p:nvSpPr>
          <p:cNvPr id="7" name="Text 5"/>
          <p:cNvSpPr/>
          <p:nvPr/>
        </p:nvSpPr>
        <p:spPr>
          <a:xfrm>
            <a:off x="5235625" y="5033963"/>
            <a:ext cx="6705600"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F5F0EA"/>
                </a:solidFill>
                <a:latin typeface="Georgia" pitchFamily="34" charset="0"/>
                <a:ea typeface="Georgia" pitchFamily="34" charset="-122"/>
                <a:cs typeface="Georgia" pitchFamily="34" charset="-120"/>
              </a:rPr>
              <a:t>Real Japanese</a:t>
            </a:r>
            <a:endParaRPr lang="en-US" sz="5400" dirty="0"/>
          </a:p>
        </p:txBody>
      </p:sp>
      <p:sp>
        <p:nvSpPr>
          <p:cNvPr id="8" name="Text 6"/>
          <p:cNvSpPr/>
          <p:nvPr/>
        </p:nvSpPr>
        <p:spPr>
          <a:xfrm>
            <a:off x="5235625" y="6005513"/>
            <a:ext cx="6278880"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B9B2CC"/>
                </a:solidFill>
                <a:latin typeface="Arial" pitchFamily="34" charset="0"/>
                <a:ea typeface="Arial" pitchFamily="34" charset="-122"/>
                <a:cs typeface="Arial" pitchFamily="34" charset="-120"/>
              </a:rPr>
              <a:t>Intermediate grammar and natural, everyday conversation.</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707035"/>
            <a:ext cx="17392650" cy="3048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INTERMEDIATE GRAMMAR</a:t>
            </a:r>
            <a:endParaRPr lang="en-US" sz="1800" dirty="0"/>
          </a:p>
        </p:txBody>
      </p:sp>
      <p:sp>
        <p:nvSpPr>
          <p:cNvPr id="3" name="Text 1"/>
          <p:cNvSpPr/>
          <p:nvPr/>
        </p:nvSpPr>
        <p:spPr>
          <a:xfrm>
            <a:off x="1238250" y="3145185"/>
            <a:ext cx="17392650" cy="103822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The Mighty て-Form</a:t>
            </a:r>
            <a:endParaRPr lang="en-US" sz="5250" dirty="0"/>
          </a:p>
        </p:txBody>
      </p:sp>
      <p:sp>
        <p:nvSpPr>
          <p:cNvPr id="4" name="Shape 2"/>
          <p:cNvSpPr/>
          <p:nvPr/>
        </p:nvSpPr>
        <p:spPr>
          <a:xfrm>
            <a:off x="1238250" y="4354860"/>
            <a:ext cx="800100" cy="38100"/>
          </a:xfrm>
          <a:prstGeom prst="rect">
            <a:avLst/>
          </a:prstGeom>
          <a:solidFill>
            <a:srgbClr val="FFD700"/>
          </a:solidFill>
          <a:ln/>
        </p:spPr>
      </p:sp>
      <p:sp>
        <p:nvSpPr>
          <p:cNvPr id="5" name="Shape 3"/>
          <p:cNvSpPr/>
          <p:nvPr/>
        </p:nvSpPr>
        <p:spPr>
          <a:xfrm>
            <a:off x="1238250" y="4964460"/>
            <a:ext cx="5079950" cy="2615505"/>
          </a:xfrm>
          <a:prstGeom prst="roundRect">
            <a:avLst>
              <a:gd name="adj" fmla="val 2185"/>
            </a:avLst>
          </a:prstGeom>
          <a:solidFill>
            <a:srgbClr val="232350"/>
          </a:solidFill>
          <a:ln w="9525">
            <a:solidFill>
              <a:srgbClr val="34346A"/>
            </a:solidFill>
            <a:prstDash val="solid"/>
          </a:ln>
        </p:spPr>
      </p:sp>
      <p:sp>
        <p:nvSpPr>
          <p:cNvPr id="6" name="Text 4"/>
          <p:cNvSpPr/>
          <p:nvPr/>
        </p:nvSpPr>
        <p:spPr>
          <a:xfrm>
            <a:off x="1609725" y="5393085"/>
            <a:ext cx="4770700" cy="447675"/>
          </a:xfrm>
          <a:prstGeom prst="rect">
            <a:avLst/>
          </a:prstGeom>
          <a:noFill/>
          <a:ln/>
        </p:spPr>
        <p:txBody>
          <a:bodyPr wrap="square" lIns="25400" tIns="25400" rIns="25400" bIns="25400" rtlCol="0" anchor="t">
            <a:normAutofit/>
          </a:bodyPr>
          <a:lstStyle/>
          <a:p>
            <a:pPr algn="l" indent="0" marL="0">
              <a:buNone/>
            </a:pPr>
            <a:r>
              <a:rPr lang="en-US" sz="2700" dirty="0">
                <a:solidFill>
                  <a:srgbClr val="FFD700"/>
                </a:solidFill>
                <a:latin typeface="Georgia" pitchFamily="34" charset="0"/>
                <a:ea typeface="Georgia" pitchFamily="34" charset="-122"/>
                <a:cs typeface="Georgia" pitchFamily="34" charset="-120"/>
              </a:rPr>
              <a:t>Make requests</a:t>
            </a:r>
            <a:endParaRPr lang="en-US" sz="2700" dirty="0"/>
          </a:p>
        </p:txBody>
      </p:sp>
      <p:sp>
        <p:nvSpPr>
          <p:cNvPr id="7" name="Text 5"/>
          <p:cNvSpPr/>
          <p:nvPr/>
        </p:nvSpPr>
        <p:spPr>
          <a:xfrm>
            <a:off x="1609725" y="6031260"/>
            <a:ext cx="4770700" cy="681930"/>
          </a:xfrm>
          <a:prstGeom prst="rect">
            <a:avLst/>
          </a:prstGeom>
          <a:noFill/>
          <a:ln/>
        </p:spPr>
        <p:txBody>
          <a:bodyPr wrap="square" lIns="25400" tIns="25400" rIns="25400" bIns="25400" rtlCol="0" anchor="t">
            <a:normAutofit/>
          </a:bodyPr>
          <a:lstStyle/>
          <a:p>
            <a:pPr algn="l" indent="0" marL="0">
              <a:lnSpc>
                <a:spcPct val="130000"/>
              </a:lnSpc>
              <a:buNone/>
            </a:pPr>
            <a:r>
              <a:rPr lang="en-US" sz="3900" dirty="0">
                <a:solidFill>
                  <a:srgbClr val="FFB7C5"/>
                </a:solidFill>
                <a:latin typeface="Georgia" pitchFamily="34" charset="0"/>
                <a:ea typeface="Georgia" pitchFamily="34" charset="-122"/>
                <a:cs typeface="Georgia" pitchFamily="34" charset="-120"/>
              </a:rPr>
              <a:t>まってください</a:t>
            </a:r>
            <a:endParaRPr lang="en-US" sz="3900" dirty="0"/>
          </a:p>
        </p:txBody>
      </p:sp>
      <p:sp>
        <p:nvSpPr>
          <p:cNvPr id="8" name="Text 6"/>
          <p:cNvSpPr/>
          <p:nvPr/>
        </p:nvSpPr>
        <p:spPr>
          <a:xfrm>
            <a:off x="1609725" y="6808440"/>
            <a:ext cx="47707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matte kudasai — “please wait.”</a:t>
            </a:r>
            <a:endParaRPr lang="en-US" sz="1800" dirty="0"/>
          </a:p>
        </p:txBody>
      </p:sp>
      <p:sp>
        <p:nvSpPr>
          <p:cNvPr id="9" name="Shape 7"/>
          <p:cNvSpPr/>
          <p:nvPr/>
        </p:nvSpPr>
        <p:spPr>
          <a:xfrm>
            <a:off x="6603950" y="4964460"/>
            <a:ext cx="5079950" cy="2615505"/>
          </a:xfrm>
          <a:prstGeom prst="roundRect">
            <a:avLst>
              <a:gd name="adj" fmla="val 2185"/>
            </a:avLst>
          </a:prstGeom>
          <a:solidFill>
            <a:srgbClr val="232350"/>
          </a:solidFill>
          <a:ln w="9525">
            <a:solidFill>
              <a:srgbClr val="34346A"/>
            </a:solidFill>
            <a:prstDash val="solid"/>
          </a:ln>
        </p:spPr>
      </p:sp>
      <p:sp>
        <p:nvSpPr>
          <p:cNvPr id="10" name="Text 8"/>
          <p:cNvSpPr/>
          <p:nvPr/>
        </p:nvSpPr>
        <p:spPr>
          <a:xfrm>
            <a:off x="6975425" y="5393085"/>
            <a:ext cx="4770700" cy="447675"/>
          </a:xfrm>
          <a:prstGeom prst="rect">
            <a:avLst/>
          </a:prstGeom>
          <a:noFill/>
          <a:ln/>
        </p:spPr>
        <p:txBody>
          <a:bodyPr wrap="square" lIns="25400" tIns="25400" rIns="25400" bIns="25400" rtlCol="0" anchor="t">
            <a:normAutofit/>
          </a:bodyPr>
          <a:lstStyle/>
          <a:p>
            <a:pPr algn="l" indent="0" marL="0">
              <a:buNone/>
            </a:pPr>
            <a:r>
              <a:rPr lang="en-US" sz="2700" dirty="0">
                <a:solidFill>
                  <a:srgbClr val="FFD700"/>
                </a:solidFill>
                <a:latin typeface="Georgia" pitchFamily="34" charset="0"/>
                <a:ea typeface="Georgia" pitchFamily="34" charset="-122"/>
                <a:cs typeface="Georgia" pitchFamily="34" charset="-120"/>
              </a:rPr>
              <a:t>Connect actions</a:t>
            </a:r>
            <a:endParaRPr lang="en-US" sz="2700" dirty="0"/>
          </a:p>
        </p:txBody>
      </p:sp>
      <p:sp>
        <p:nvSpPr>
          <p:cNvPr id="11" name="Text 9"/>
          <p:cNvSpPr/>
          <p:nvPr/>
        </p:nvSpPr>
        <p:spPr>
          <a:xfrm>
            <a:off x="6975425" y="6031260"/>
            <a:ext cx="4770700" cy="681930"/>
          </a:xfrm>
          <a:prstGeom prst="rect">
            <a:avLst/>
          </a:prstGeom>
          <a:noFill/>
          <a:ln/>
        </p:spPr>
        <p:txBody>
          <a:bodyPr wrap="square" lIns="25400" tIns="25400" rIns="25400" bIns="25400" rtlCol="0" anchor="t">
            <a:normAutofit/>
          </a:bodyPr>
          <a:lstStyle/>
          <a:p>
            <a:pPr algn="l" indent="0" marL="0">
              <a:lnSpc>
                <a:spcPct val="130000"/>
              </a:lnSpc>
              <a:buNone/>
            </a:pPr>
            <a:r>
              <a:rPr lang="en-US" sz="3900" dirty="0">
                <a:solidFill>
                  <a:srgbClr val="FFB7C5"/>
                </a:solidFill>
                <a:latin typeface="Georgia" pitchFamily="34" charset="0"/>
                <a:ea typeface="Georgia" pitchFamily="34" charset="-122"/>
                <a:cs typeface="Georgia" pitchFamily="34" charset="-120"/>
              </a:rPr>
              <a:t>おきて、たべる</a:t>
            </a:r>
            <a:endParaRPr lang="en-US" sz="3900" dirty="0"/>
          </a:p>
        </p:txBody>
      </p:sp>
      <p:sp>
        <p:nvSpPr>
          <p:cNvPr id="12" name="Text 10"/>
          <p:cNvSpPr/>
          <p:nvPr/>
        </p:nvSpPr>
        <p:spPr>
          <a:xfrm>
            <a:off x="6975425" y="6808440"/>
            <a:ext cx="47707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okite, taberu — “wake up and eat.”</a:t>
            </a:r>
            <a:endParaRPr lang="en-US" sz="1800" dirty="0"/>
          </a:p>
        </p:txBody>
      </p:sp>
      <p:sp>
        <p:nvSpPr>
          <p:cNvPr id="13" name="Shape 11"/>
          <p:cNvSpPr/>
          <p:nvPr/>
        </p:nvSpPr>
        <p:spPr>
          <a:xfrm>
            <a:off x="11969651" y="4964460"/>
            <a:ext cx="5079950" cy="2615505"/>
          </a:xfrm>
          <a:prstGeom prst="roundRect">
            <a:avLst>
              <a:gd name="adj" fmla="val 2185"/>
            </a:avLst>
          </a:prstGeom>
          <a:solidFill>
            <a:srgbClr val="232350"/>
          </a:solidFill>
          <a:ln w="9525">
            <a:solidFill>
              <a:srgbClr val="34346A"/>
            </a:solidFill>
            <a:prstDash val="solid"/>
          </a:ln>
        </p:spPr>
      </p:sp>
      <p:sp>
        <p:nvSpPr>
          <p:cNvPr id="14" name="Text 12"/>
          <p:cNvSpPr/>
          <p:nvPr/>
        </p:nvSpPr>
        <p:spPr>
          <a:xfrm>
            <a:off x="12341126" y="5393085"/>
            <a:ext cx="4770700" cy="447675"/>
          </a:xfrm>
          <a:prstGeom prst="rect">
            <a:avLst/>
          </a:prstGeom>
          <a:noFill/>
          <a:ln/>
        </p:spPr>
        <p:txBody>
          <a:bodyPr wrap="square" lIns="25400" tIns="25400" rIns="25400" bIns="25400" rtlCol="0" anchor="t">
            <a:normAutofit/>
          </a:bodyPr>
          <a:lstStyle/>
          <a:p>
            <a:pPr algn="l" indent="0" marL="0">
              <a:buNone/>
            </a:pPr>
            <a:r>
              <a:rPr lang="en-US" sz="2700" dirty="0">
                <a:solidFill>
                  <a:srgbClr val="FFD700"/>
                </a:solidFill>
                <a:latin typeface="Georgia" pitchFamily="34" charset="0"/>
                <a:ea typeface="Georgia" pitchFamily="34" charset="-122"/>
                <a:cs typeface="Georgia" pitchFamily="34" charset="-120"/>
              </a:rPr>
              <a:t>Say what's happening</a:t>
            </a:r>
            <a:endParaRPr lang="en-US" sz="2700" dirty="0"/>
          </a:p>
        </p:txBody>
      </p:sp>
      <p:sp>
        <p:nvSpPr>
          <p:cNvPr id="15" name="Text 13"/>
          <p:cNvSpPr/>
          <p:nvPr/>
        </p:nvSpPr>
        <p:spPr>
          <a:xfrm>
            <a:off x="12341126" y="6031260"/>
            <a:ext cx="4770700" cy="681930"/>
          </a:xfrm>
          <a:prstGeom prst="rect">
            <a:avLst/>
          </a:prstGeom>
          <a:noFill/>
          <a:ln/>
        </p:spPr>
        <p:txBody>
          <a:bodyPr wrap="square" lIns="25400" tIns="25400" rIns="25400" bIns="25400" rtlCol="0" anchor="t">
            <a:normAutofit/>
          </a:bodyPr>
          <a:lstStyle/>
          <a:p>
            <a:pPr algn="l" indent="0" marL="0">
              <a:lnSpc>
                <a:spcPct val="130000"/>
              </a:lnSpc>
              <a:buNone/>
            </a:pPr>
            <a:r>
              <a:rPr lang="en-US" sz="3900" dirty="0">
                <a:solidFill>
                  <a:srgbClr val="FFB7C5"/>
                </a:solidFill>
                <a:latin typeface="Georgia" pitchFamily="34" charset="0"/>
                <a:ea typeface="Georgia" pitchFamily="34" charset="-122"/>
                <a:cs typeface="Georgia" pitchFamily="34" charset="-120"/>
              </a:rPr>
              <a:t>たべています</a:t>
            </a:r>
            <a:endParaRPr lang="en-US" sz="3900" dirty="0"/>
          </a:p>
        </p:txBody>
      </p:sp>
      <p:sp>
        <p:nvSpPr>
          <p:cNvPr id="16" name="Text 14"/>
          <p:cNvSpPr/>
          <p:nvPr/>
        </p:nvSpPr>
        <p:spPr>
          <a:xfrm>
            <a:off x="12341126" y="6808440"/>
            <a:ext cx="47707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tabete imasu — “I am eating.”</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576513"/>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AT THE CAFÉ · カフェで</a:t>
            </a:r>
            <a:endParaRPr lang="en-US" sz="1800" dirty="0"/>
          </a:p>
        </p:txBody>
      </p:sp>
      <p:sp>
        <p:nvSpPr>
          <p:cNvPr id="3" name="Text 1"/>
          <p:cNvSpPr/>
          <p:nvPr/>
        </p:nvSpPr>
        <p:spPr>
          <a:xfrm>
            <a:off x="1238250" y="3090863"/>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A Real Conversation</a:t>
            </a:r>
            <a:endParaRPr lang="en-US" sz="5250" dirty="0"/>
          </a:p>
        </p:txBody>
      </p:sp>
      <p:sp>
        <p:nvSpPr>
          <p:cNvPr id="4" name="Shape 2"/>
          <p:cNvSpPr/>
          <p:nvPr/>
        </p:nvSpPr>
        <p:spPr>
          <a:xfrm>
            <a:off x="1238250" y="4052888"/>
            <a:ext cx="800100" cy="38100"/>
          </a:xfrm>
          <a:prstGeom prst="rect">
            <a:avLst/>
          </a:prstGeom>
          <a:solidFill>
            <a:srgbClr val="FFD700"/>
          </a:solidFill>
          <a:ln/>
        </p:spPr>
      </p:sp>
      <p:sp>
        <p:nvSpPr>
          <p:cNvPr id="5" name="Text 3"/>
          <p:cNvSpPr/>
          <p:nvPr/>
        </p:nvSpPr>
        <p:spPr>
          <a:xfrm>
            <a:off x="1238250" y="4805363"/>
            <a:ext cx="136207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FFD700"/>
                </a:solidFill>
                <a:latin typeface="Georgia" pitchFamily="34" charset="0"/>
                <a:ea typeface="Georgia" pitchFamily="34" charset="-122"/>
                <a:cs typeface="Georgia" pitchFamily="34" charset="-120"/>
              </a:rPr>
              <a:t>Staff</a:t>
            </a:r>
            <a:endParaRPr lang="en-US" sz="2250" dirty="0"/>
          </a:p>
        </p:txBody>
      </p:sp>
      <p:sp>
        <p:nvSpPr>
          <p:cNvPr id="6" name="Text 4"/>
          <p:cNvSpPr/>
          <p:nvPr/>
        </p:nvSpPr>
        <p:spPr>
          <a:xfrm>
            <a:off x="2724150" y="4567238"/>
            <a:ext cx="7629084"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FB7C5"/>
                </a:solidFill>
                <a:latin typeface="Georgia" pitchFamily="34" charset="0"/>
                <a:ea typeface="Georgia" pitchFamily="34" charset="-122"/>
                <a:cs typeface="Georgia" pitchFamily="34" charset="-120"/>
              </a:rPr>
              <a:t>いらっしゃいませ！ </a:t>
            </a:r>
            <a:pPr algn="l" indent="0" marL="0">
              <a:buNone/>
            </a:pPr>
            <a:r>
              <a:rPr lang="en-US" sz="2100" i="1" dirty="0">
                <a:solidFill>
                  <a:srgbClr val="CFC8E0"/>
                </a:solidFill>
                <a:latin typeface="Georgia" pitchFamily="34" charset="0"/>
                <a:ea typeface="Georgia" pitchFamily="34" charset="-122"/>
                <a:cs typeface="Georgia" pitchFamily="34" charset="-120"/>
              </a:rPr>
              <a:t>irasshaimase — “Welcome!”</a:t>
            </a:r>
            <a:endParaRPr lang="en-US" sz="1200" dirty="0"/>
          </a:p>
        </p:txBody>
      </p:sp>
      <p:sp>
        <p:nvSpPr>
          <p:cNvPr id="7" name="Text 5"/>
          <p:cNvSpPr/>
          <p:nvPr/>
        </p:nvSpPr>
        <p:spPr>
          <a:xfrm>
            <a:off x="1238250" y="5643563"/>
            <a:ext cx="136207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FFB7C5"/>
                </a:solidFill>
                <a:latin typeface="Georgia" pitchFamily="34" charset="0"/>
                <a:ea typeface="Georgia" pitchFamily="34" charset="-122"/>
                <a:cs typeface="Georgia" pitchFamily="34" charset="-120"/>
              </a:rPr>
              <a:t>You</a:t>
            </a:r>
            <a:endParaRPr lang="en-US" sz="2250" dirty="0"/>
          </a:p>
        </p:txBody>
      </p:sp>
      <p:sp>
        <p:nvSpPr>
          <p:cNvPr id="8" name="Text 6"/>
          <p:cNvSpPr/>
          <p:nvPr/>
        </p:nvSpPr>
        <p:spPr>
          <a:xfrm>
            <a:off x="2724150" y="5405438"/>
            <a:ext cx="9007801"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コーヒーをください。 </a:t>
            </a:r>
            <a:pPr algn="l" indent="0" marL="0">
              <a:buNone/>
            </a:pPr>
            <a:r>
              <a:rPr lang="en-US" sz="2100" i="1" dirty="0">
                <a:solidFill>
                  <a:srgbClr val="CFC8E0"/>
                </a:solidFill>
                <a:latin typeface="Georgia" pitchFamily="34" charset="0"/>
                <a:ea typeface="Georgia" pitchFamily="34" charset="-122"/>
                <a:cs typeface="Georgia" pitchFamily="34" charset="-120"/>
              </a:rPr>
              <a:t>koohii o kudasai — “Coffee, please.”</a:t>
            </a:r>
            <a:endParaRPr lang="en-US" sz="1200" dirty="0"/>
          </a:p>
        </p:txBody>
      </p:sp>
      <p:sp>
        <p:nvSpPr>
          <p:cNvPr id="9" name="Text 7"/>
          <p:cNvSpPr/>
          <p:nvPr/>
        </p:nvSpPr>
        <p:spPr>
          <a:xfrm>
            <a:off x="1238250" y="6481763"/>
            <a:ext cx="136207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FFD700"/>
                </a:solidFill>
                <a:latin typeface="Georgia" pitchFamily="34" charset="0"/>
                <a:ea typeface="Georgia" pitchFamily="34" charset="-122"/>
                <a:cs typeface="Georgia" pitchFamily="34" charset="-120"/>
              </a:rPr>
              <a:t>Staff</a:t>
            </a:r>
            <a:endParaRPr lang="en-US" sz="2250" dirty="0"/>
          </a:p>
        </p:txBody>
      </p:sp>
      <p:sp>
        <p:nvSpPr>
          <p:cNvPr id="10" name="Text 8"/>
          <p:cNvSpPr/>
          <p:nvPr/>
        </p:nvSpPr>
        <p:spPr>
          <a:xfrm>
            <a:off x="2724150" y="6243638"/>
            <a:ext cx="8503161"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FB7C5"/>
                </a:solidFill>
                <a:latin typeface="Georgia" pitchFamily="34" charset="0"/>
                <a:ea typeface="Georgia" pitchFamily="34" charset="-122"/>
                <a:cs typeface="Georgia" pitchFamily="34" charset="-120"/>
              </a:rPr>
              <a:t>かしこまりました。 </a:t>
            </a:r>
            <a:pPr algn="l" indent="0" marL="0">
              <a:buNone/>
            </a:pPr>
            <a:r>
              <a:rPr lang="en-US" sz="2100" i="1" dirty="0">
                <a:solidFill>
                  <a:srgbClr val="CFC8E0"/>
                </a:solidFill>
                <a:latin typeface="Georgia" pitchFamily="34" charset="0"/>
                <a:ea typeface="Georgia" pitchFamily="34" charset="-122"/>
                <a:cs typeface="Georgia" pitchFamily="34" charset="-120"/>
              </a:rPr>
              <a:t>kashikomarimashita — “Certainly.”</a:t>
            </a:r>
            <a:endParaRPr lang="en-US" sz="1200" dirty="0"/>
          </a:p>
        </p:txBody>
      </p:sp>
      <p:sp>
        <p:nvSpPr>
          <p:cNvPr id="11" name="Text 9"/>
          <p:cNvSpPr/>
          <p:nvPr/>
        </p:nvSpPr>
        <p:spPr>
          <a:xfrm>
            <a:off x="1238250" y="7319963"/>
            <a:ext cx="136207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FFB7C5"/>
                </a:solidFill>
                <a:latin typeface="Georgia" pitchFamily="34" charset="0"/>
                <a:ea typeface="Georgia" pitchFamily="34" charset="-122"/>
                <a:cs typeface="Georgia" pitchFamily="34" charset="-120"/>
              </a:rPr>
              <a:t>You</a:t>
            </a:r>
            <a:endParaRPr lang="en-US" sz="2250" dirty="0"/>
          </a:p>
        </p:txBody>
      </p:sp>
      <p:sp>
        <p:nvSpPr>
          <p:cNvPr id="12" name="Text 10"/>
          <p:cNvSpPr/>
          <p:nvPr/>
        </p:nvSpPr>
        <p:spPr>
          <a:xfrm>
            <a:off x="2724150" y="7081838"/>
            <a:ext cx="9298292"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ありがとうございます。 </a:t>
            </a:r>
            <a:pPr algn="l" indent="0" marL="0">
              <a:buNone/>
            </a:pPr>
            <a:r>
              <a:rPr lang="en-US" sz="2100" i="1" dirty="0">
                <a:solidFill>
                  <a:srgbClr val="CFC8E0"/>
                </a:solidFill>
                <a:latin typeface="Georgia" pitchFamily="34" charset="0"/>
                <a:ea typeface="Georgia" pitchFamily="34" charset="-122"/>
                <a:cs typeface="Georgia" pitchFamily="34" charset="-120"/>
              </a:rPr>
              <a:t>arigatō gozaimasu — “Thank you.”</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62F"/>
        </a:solidFill>
      </p:bgPr>
    </p:bg>
    <p:spTree>
      <p:nvGrpSpPr>
        <p:cNvPr id="1" name=""/>
        <p:cNvGrpSpPr/>
        <p:nvPr/>
      </p:nvGrpSpPr>
      <p:grpSpPr>
        <a:xfrm>
          <a:off x="0" y="0"/>
          <a:ext cx="0" cy="0"/>
          <a:chOff x="0" y="0"/>
          <a:chExt cx="0" cy="0"/>
        </a:xfrm>
      </p:grpSpPr>
      <p:sp>
        <p:nvSpPr>
          <p:cNvPr id="2" name="Text 0"/>
          <p:cNvSpPr/>
          <p:nvPr/>
        </p:nvSpPr>
        <p:spPr>
          <a:xfrm>
            <a:off x="12858750" y="2286000"/>
            <a:ext cx="6286500" cy="5753100"/>
          </a:xfrm>
          <a:prstGeom prst="rect">
            <a:avLst/>
          </a:prstGeom>
          <a:noFill/>
          <a:ln/>
        </p:spPr>
        <p:txBody>
          <a:bodyPr wrap="square" lIns="25400" tIns="25400" rIns="25400" bIns="25400" rtlCol="0" anchor="t">
            <a:normAutofit/>
          </a:bodyPr>
          <a:lstStyle/>
          <a:p>
            <a:pPr algn="l" indent="0" marL="0">
              <a:lnSpc>
                <a:spcPct val="112500"/>
              </a:lnSpc>
              <a:buNone/>
            </a:pPr>
            <a:r>
              <a:rPr lang="en-US" sz="40000" b="1" dirty="0">
                <a:solidFill>
                  <a:srgbClr val="FFD700">
                    <a:alpha val="5000"/>
                  </a:srgbClr>
                </a:solidFill>
                <a:latin typeface="Georgia" pitchFamily="34" charset="0"/>
                <a:ea typeface="Georgia" pitchFamily="34" charset="-122"/>
                <a:cs typeface="Georgia" pitchFamily="34" charset="-120"/>
              </a:rPr>
              <a:t>級</a:t>
            </a:r>
            <a:endParaRPr lang="en-US" sz="40000" dirty="0"/>
          </a:p>
        </p:txBody>
      </p:sp>
      <p:sp>
        <p:nvSpPr>
          <p:cNvPr id="3" name="Shape 1"/>
          <p:cNvSpPr/>
          <p:nvPr/>
        </p:nvSpPr>
        <p:spPr>
          <a:xfrm>
            <a:off x="0" y="8858250"/>
            <a:ext cx="18288000" cy="1428750"/>
          </a:xfrm>
          <a:prstGeom prst="rect">
            <a:avLst/>
          </a:prstGeom>
          <a:gradFill rotWithShape="1">
            <a:gsLst>
              <a:gs pos="24000">
                <a:srgbClr val="121228">
                  <a:alpha val="100000"/>
                </a:srgbClr>
              </a:gs>
              <a:gs pos="25000">
                <a:srgbClr val="2E263B">
                  <a:alpha val="100000"/>
                </a:srgbClr>
              </a:gs>
              <a:gs pos="28000">
                <a:srgbClr val="2E263B">
                  <a:alpha val="100000"/>
                </a:srgbClr>
              </a:gs>
              <a:gs pos="29000">
                <a:srgbClr val="121228">
                  <a:alpha val="100000"/>
                </a:srgbClr>
              </a:gs>
              <a:gs pos="36000">
                <a:srgbClr val="121228">
                  <a:alpha val="100000"/>
                </a:srgbClr>
              </a:gs>
              <a:gs pos="37000">
                <a:srgbClr val="2E263B">
                  <a:alpha val="100000"/>
                </a:srgbClr>
              </a:gs>
              <a:gs pos="40000">
                <a:srgbClr val="2E263B">
                  <a:alpha val="100000"/>
                </a:srgbClr>
              </a:gs>
              <a:gs pos="41000">
                <a:srgbClr val="121228">
                  <a:alpha val="100000"/>
                </a:srgbClr>
              </a:gs>
            </a:gsLst>
            <a:path path="circle">
              <a:fillToRect l="100000" t="100000" r="0" b="0"/>
            </a:path>
          </a:gradFill>
          <a:ln/>
        </p:spPr>
      </p:sp>
      <p:sp>
        <p:nvSpPr>
          <p:cNvPr id="4" name="Text 2"/>
          <p:cNvSpPr/>
          <p:nvPr/>
        </p:nvSpPr>
        <p:spPr>
          <a:xfrm>
            <a:off x="1238250" y="3857625"/>
            <a:ext cx="3705106" cy="2609850"/>
          </a:xfrm>
          <a:prstGeom prst="rect">
            <a:avLst/>
          </a:prstGeom>
          <a:noFill/>
          <a:ln/>
        </p:spPr>
        <p:txBody>
          <a:bodyPr wrap="square" lIns="25400" tIns="25400" rIns="25400" bIns="25400" rtlCol="0" anchor="t">
            <a:normAutofit/>
          </a:bodyPr>
          <a:lstStyle/>
          <a:p>
            <a:pPr algn="l" indent="0" marL="0">
              <a:lnSpc>
                <a:spcPct val="90000"/>
              </a:lnSpc>
              <a:buNone/>
            </a:pPr>
            <a:r>
              <a:rPr lang="en-US" sz="22500" b="1" dirty="0">
                <a:ln w="19050">
                  <a:solidFill>
                    <a:srgbClr val="FFD700"/>
                  </a:solidFill>
                </a:ln>
                <a:solidFill>
                  <a:srgbClr val="000000">
                    <a:alpha val="0"/>
                  </a:srgbClr>
                </a:solidFill>
                <a:latin typeface="Georgia" pitchFamily="34" charset="0"/>
                <a:ea typeface="Georgia" pitchFamily="34" charset="-122"/>
                <a:cs typeface="Georgia" pitchFamily="34" charset="-120"/>
              </a:rPr>
              <a:t>04</a:t>
            </a:r>
            <a:endParaRPr lang="en-US" sz="22500" dirty="0"/>
          </a:p>
        </p:txBody>
      </p:sp>
      <p:sp>
        <p:nvSpPr>
          <p:cNvPr id="5" name="Text 3"/>
          <p:cNvSpPr/>
          <p:nvPr/>
        </p:nvSpPr>
        <p:spPr>
          <a:xfrm>
            <a:off x="5273278" y="3681413"/>
            <a:ext cx="5640169" cy="314325"/>
          </a:xfrm>
          <a:prstGeom prst="rect">
            <a:avLst/>
          </a:prstGeom>
          <a:noFill/>
          <a:ln/>
        </p:spPr>
        <p:txBody>
          <a:bodyPr wrap="square" lIns="25400" tIns="25400" rIns="25400" bIns="25400" rtlCol="0" anchor="t">
            <a:normAutofit/>
          </a:bodyPr>
          <a:lstStyle/>
          <a:p>
            <a:pPr algn="l" indent="0" marL="0">
              <a:buNone/>
            </a:pPr>
            <a:r>
              <a:rPr lang="en-US" sz="1875" b="1" spc="600" kern="0" dirty="0">
                <a:solidFill>
                  <a:srgbClr val="FFD700"/>
                </a:solidFill>
                <a:latin typeface="Arial" pitchFamily="34" charset="0"/>
                <a:ea typeface="Arial" pitchFamily="34" charset="-122"/>
                <a:cs typeface="Arial" pitchFamily="34" charset="-120"/>
              </a:rPr>
              <a:t>STAGE FOUR</a:t>
            </a:r>
            <a:endParaRPr lang="en-US" sz="1875" dirty="0"/>
          </a:p>
        </p:txBody>
      </p:sp>
      <p:sp>
        <p:nvSpPr>
          <p:cNvPr id="6" name="Text 4"/>
          <p:cNvSpPr/>
          <p:nvPr/>
        </p:nvSpPr>
        <p:spPr>
          <a:xfrm>
            <a:off x="5273278" y="4090987"/>
            <a:ext cx="5640169"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B7C5"/>
                </a:solidFill>
                <a:latin typeface="Georgia" pitchFamily="34" charset="0"/>
                <a:ea typeface="Georgia" pitchFamily="34" charset="-122"/>
                <a:cs typeface="Georgia" pitchFamily="34" charset="-120"/>
              </a:rPr>
              <a:t>上級</a:t>
            </a:r>
            <a:endParaRPr lang="en-US" sz="8250" dirty="0"/>
          </a:p>
        </p:txBody>
      </p:sp>
      <p:sp>
        <p:nvSpPr>
          <p:cNvPr id="7" name="Text 5"/>
          <p:cNvSpPr/>
          <p:nvPr/>
        </p:nvSpPr>
        <p:spPr>
          <a:xfrm>
            <a:off x="5273278" y="5233988"/>
            <a:ext cx="5640169"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F5F0EA"/>
                </a:solidFill>
                <a:latin typeface="Georgia" pitchFamily="34" charset="0"/>
                <a:ea typeface="Georgia" pitchFamily="34" charset="-122"/>
                <a:cs typeface="Georgia" pitchFamily="34" charset="-120"/>
              </a:rPr>
              <a:t>Toward Mastery</a:t>
            </a:r>
            <a:endParaRPr lang="en-US" sz="5400" dirty="0"/>
          </a:p>
        </p:txBody>
      </p:sp>
      <p:sp>
        <p:nvSpPr>
          <p:cNvPr id="8" name="Text 6"/>
          <p:cNvSpPr/>
          <p:nvPr/>
        </p:nvSpPr>
        <p:spPr>
          <a:xfrm>
            <a:off x="5273278" y="6205538"/>
            <a:ext cx="5640169"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B9B2CC"/>
                </a:solidFill>
                <a:latin typeface="Arial" pitchFamily="34" charset="0"/>
                <a:ea typeface="Arial" pitchFamily="34" charset="-122"/>
                <a:cs typeface="Arial" pitchFamily="34" charset="-120"/>
              </a:rPr>
              <a:t>Keigo, advanced kanji, and N4-level reading.</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514600"/>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POLITENESS · 敬語</a:t>
            </a:r>
            <a:endParaRPr lang="en-US" sz="1800" dirty="0"/>
          </a:p>
        </p:txBody>
      </p:sp>
      <p:sp>
        <p:nvSpPr>
          <p:cNvPr id="3" name="Text 1"/>
          <p:cNvSpPr/>
          <p:nvPr/>
        </p:nvSpPr>
        <p:spPr>
          <a:xfrm>
            <a:off x="1238250" y="3028950"/>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Keigo &amp; Polite Speech</a:t>
            </a:r>
            <a:endParaRPr lang="en-US" sz="5250" dirty="0"/>
          </a:p>
        </p:txBody>
      </p:sp>
      <p:sp>
        <p:nvSpPr>
          <p:cNvPr id="4" name="Shape 2"/>
          <p:cNvSpPr/>
          <p:nvPr/>
        </p:nvSpPr>
        <p:spPr>
          <a:xfrm>
            <a:off x="1238250" y="3990975"/>
            <a:ext cx="800100" cy="38100"/>
          </a:xfrm>
          <a:prstGeom prst="rect">
            <a:avLst/>
          </a:prstGeom>
          <a:solidFill>
            <a:srgbClr val="FFD700"/>
          </a:solidFill>
          <a:ln/>
        </p:spPr>
      </p:sp>
      <p:sp>
        <p:nvSpPr>
          <p:cNvPr id="5" name="Text 3"/>
          <p:cNvSpPr/>
          <p:nvPr/>
        </p:nvSpPr>
        <p:spPr>
          <a:xfrm>
            <a:off x="1238250" y="4391025"/>
            <a:ext cx="17392650" cy="400050"/>
          </a:xfrm>
          <a:prstGeom prst="rect">
            <a:avLst/>
          </a:prstGeom>
          <a:noFill/>
          <a:ln/>
        </p:spPr>
        <p:txBody>
          <a:bodyPr wrap="square" lIns="25400" tIns="25400" rIns="25400" bIns="25400" rtlCol="0" anchor="t">
            <a:normAutofit/>
          </a:bodyPr>
          <a:lstStyle/>
          <a:p>
            <a:pPr algn="l" indent="0" marL="0">
              <a:buNone/>
            </a:pPr>
            <a:r>
              <a:rPr lang="en-US" sz="2550" i="1" dirty="0">
                <a:solidFill>
                  <a:srgbClr val="CFC8E0"/>
                </a:solidFill>
                <a:latin typeface="Georgia" pitchFamily="34" charset="0"/>
                <a:ea typeface="Georgia" pitchFamily="34" charset="-122"/>
                <a:cs typeface="Georgia" pitchFamily="34" charset="-120"/>
              </a:rPr>
              <a:t>One verb — “to eat” — across three levels of politeness:</a:t>
            </a:r>
            <a:endParaRPr lang="en-US" sz="2550" dirty="0"/>
          </a:p>
        </p:txBody>
      </p:sp>
      <p:sp>
        <p:nvSpPr>
          <p:cNvPr id="6" name="Shape 4"/>
          <p:cNvSpPr/>
          <p:nvPr/>
        </p:nvSpPr>
        <p:spPr>
          <a:xfrm>
            <a:off x="1238250" y="5076825"/>
            <a:ext cx="5079950" cy="2695575"/>
          </a:xfrm>
          <a:prstGeom prst="roundRect">
            <a:avLst>
              <a:gd name="adj" fmla="val 2120"/>
            </a:avLst>
          </a:prstGeom>
          <a:solidFill>
            <a:srgbClr val="232350"/>
          </a:solidFill>
          <a:ln w="9525">
            <a:solidFill>
              <a:srgbClr val="34346A"/>
            </a:solidFill>
            <a:prstDash val="solid"/>
          </a:ln>
        </p:spPr>
      </p:sp>
      <p:sp>
        <p:nvSpPr>
          <p:cNvPr id="7" name="Text 5"/>
          <p:cNvSpPr/>
          <p:nvPr/>
        </p:nvSpPr>
        <p:spPr>
          <a:xfrm>
            <a:off x="1609725" y="5505450"/>
            <a:ext cx="4770700" cy="3810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FFD700"/>
                </a:solidFill>
                <a:latin typeface="Arial" pitchFamily="34" charset="0"/>
                <a:ea typeface="Arial" pitchFamily="34" charset="-122"/>
                <a:cs typeface="Arial" pitchFamily="34" charset="-120"/>
              </a:rPr>
              <a:t>CASUAL · タメ口</a:t>
            </a:r>
            <a:endParaRPr lang="en-US" sz="1800" dirty="0"/>
          </a:p>
        </p:txBody>
      </p:sp>
      <p:sp>
        <p:nvSpPr>
          <p:cNvPr id="8" name="Text 6"/>
          <p:cNvSpPr/>
          <p:nvPr/>
        </p:nvSpPr>
        <p:spPr>
          <a:xfrm>
            <a:off x="1609725" y="6038850"/>
            <a:ext cx="4770700" cy="914400"/>
          </a:xfrm>
          <a:prstGeom prst="rect">
            <a:avLst/>
          </a:prstGeom>
          <a:noFill/>
          <a:ln/>
        </p:spPr>
        <p:txBody>
          <a:bodyPr wrap="square" lIns="25400" tIns="25400" rIns="25400" bIns="25400" rtlCol="0" anchor="t">
            <a:normAutofit/>
          </a:bodyPr>
          <a:lstStyle/>
          <a:p>
            <a:pPr algn="l" indent="0" marL="0">
              <a:buNone/>
            </a:pPr>
            <a:r>
              <a:rPr lang="en-US" sz="4800" dirty="0">
                <a:solidFill>
                  <a:srgbClr val="FFB7C5"/>
                </a:solidFill>
                <a:latin typeface="Georgia" pitchFamily="34" charset="0"/>
                <a:ea typeface="Georgia" pitchFamily="34" charset="-122"/>
                <a:cs typeface="Georgia" pitchFamily="34" charset="-120"/>
              </a:rPr>
              <a:t>たべる</a:t>
            </a:r>
            <a:endParaRPr lang="en-US" sz="4800" dirty="0"/>
          </a:p>
        </p:txBody>
      </p:sp>
      <p:sp>
        <p:nvSpPr>
          <p:cNvPr id="9" name="Text 7"/>
          <p:cNvSpPr/>
          <p:nvPr/>
        </p:nvSpPr>
        <p:spPr>
          <a:xfrm>
            <a:off x="1609725" y="7010400"/>
            <a:ext cx="477070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taberu · with friends</a:t>
            </a:r>
            <a:endParaRPr lang="en-US" sz="1800" dirty="0"/>
          </a:p>
        </p:txBody>
      </p:sp>
      <p:sp>
        <p:nvSpPr>
          <p:cNvPr id="10" name="Shape 8"/>
          <p:cNvSpPr/>
          <p:nvPr/>
        </p:nvSpPr>
        <p:spPr>
          <a:xfrm>
            <a:off x="6603950" y="5076825"/>
            <a:ext cx="5079950" cy="2695575"/>
          </a:xfrm>
          <a:prstGeom prst="roundRect">
            <a:avLst>
              <a:gd name="adj" fmla="val 2120"/>
            </a:avLst>
          </a:prstGeom>
          <a:solidFill>
            <a:srgbClr val="232350"/>
          </a:solidFill>
          <a:ln w="9525">
            <a:solidFill>
              <a:srgbClr val="34346A"/>
            </a:solidFill>
            <a:prstDash val="solid"/>
          </a:ln>
        </p:spPr>
      </p:sp>
      <p:sp>
        <p:nvSpPr>
          <p:cNvPr id="11" name="Text 9"/>
          <p:cNvSpPr/>
          <p:nvPr/>
        </p:nvSpPr>
        <p:spPr>
          <a:xfrm>
            <a:off x="6975425" y="5505450"/>
            <a:ext cx="4770700" cy="3810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FFD700"/>
                </a:solidFill>
                <a:latin typeface="Arial" pitchFamily="34" charset="0"/>
                <a:ea typeface="Arial" pitchFamily="34" charset="-122"/>
                <a:cs typeface="Arial" pitchFamily="34" charset="-120"/>
              </a:rPr>
              <a:t>POLITE · ていねい</a:t>
            </a:r>
            <a:endParaRPr lang="en-US" sz="1800" dirty="0"/>
          </a:p>
        </p:txBody>
      </p:sp>
      <p:sp>
        <p:nvSpPr>
          <p:cNvPr id="12" name="Text 10"/>
          <p:cNvSpPr/>
          <p:nvPr/>
        </p:nvSpPr>
        <p:spPr>
          <a:xfrm>
            <a:off x="6975425" y="6038850"/>
            <a:ext cx="4770700" cy="914400"/>
          </a:xfrm>
          <a:prstGeom prst="rect">
            <a:avLst/>
          </a:prstGeom>
          <a:noFill/>
          <a:ln/>
        </p:spPr>
        <p:txBody>
          <a:bodyPr wrap="square" lIns="25400" tIns="25400" rIns="25400" bIns="25400" rtlCol="0" anchor="t">
            <a:normAutofit/>
          </a:bodyPr>
          <a:lstStyle/>
          <a:p>
            <a:pPr algn="l" indent="0" marL="0">
              <a:buNone/>
            </a:pPr>
            <a:r>
              <a:rPr lang="en-US" sz="4800" dirty="0">
                <a:solidFill>
                  <a:srgbClr val="FFB7C5"/>
                </a:solidFill>
                <a:latin typeface="Georgia" pitchFamily="34" charset="0"/>
                <a:ea typeface="Georgia" pitchFamily="34" charset="-122"/>
                <a:cs typeface="Georgia" pitchFamily="34" charset="-120"/>
              </a:rPr>
              <a:t>たべます</a:t>
            </a:r>
            <a:endParaRPr lang="en-US" sz="4800" dirty="0"/>
          </a:p>
        </p:txBody>
      </p:sp>
      <p:sp>
        <p:nvSpPr>
          <p:cNvPr id="13" name="Text 11"/>
          <p:cNvSpPr/>
          <p:nvPr/>
        </p:nvSpPr>
        <p:spPr>
          <a:xfrm>
            <a:off x="6975425" y="7010400"/>
            <a:ext cx="477070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tabemasu · everyday polite</a:t>
            </a:r>
            <a:endParaRPr lang="en-US" sz="1800" dirty="0"/>
          </a:p>
        </p:txBody>
      </p:sp>
      <p:sp>
        <p:nvSpPr>
          <p:cNvPr id="14" name="Shape 12"/>
          <p:cNvSpPr/>
          <p:nvPr/>
        </p:nvSpPr>
        <p:spPr>
          <a:xfrm>
            <a:off x="11969651" y="5076825"/>
            <a:ext cx="5079950" cy="2695575"/>
          </a:xfrm>
          <a:prstGeom prst="roundRect">
            <a:avLst>
              <a:gd name="adj" fmla="val 2120"/>
            </a:avLst>
          </a:prstGeom>
          <a:solidFill>
            <a:srgbClr val="232350"/>
          </a:solidFill>
          <a:ln w="9525">
            <a:solidFill>
              <a:srgbClr val="FFD700"/>
            </a:solidFill>
            <a:prstDash val="solid"/>
          </a:ln>
        </p:spPr>
      </p:sp>
      <p:sp>
        <p:nvSpPr>
          <p:cNvPr id="15" name="Text 13"/>
          <p:cNvSpPr/>
          <p:nvPr/>
        </p:nvSpPr>
        <p:spPr>
          <a:xfrm>
            <a:off x="12341126" y="5505450"/>
            <a:ext cx="4770700" cy="3810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FFD700"/>
                </a:solidFill>
                <a:latin typeface="Arial" pitchFamily="34" charset="0"/>
                <a:ea typeface="Arial" pitchFamily="34" charset="-122"/>
                <a:cs typeface="Arial" pitchFamily="34" charset="-120"/>
              </a:rPr>
              <a:t>HONORIFIC · 敬語</a:t>
            </a:r>
            <a:endParaRPr lang="en-US" sz="1800" dirty="0"/>
          </a:p>
        </p:txBody>
      </p:sp>
      <p:sp>
        <p:nvSpPr>
          <p:cNvPr id="16" name="Text 14"/>
          <p:cNvSpPr/>
          <p:nvPr/>
        </p:nvSpPr>
        <p:spPr>
          <a:xfrm>
            <a:off x="12341126" y="6038850"/>
            <a:ext cx="4770700" cy="914400"/>
          </a:xfrm>
          <a:prstGeom prst="rect">
            <a:avLst/>
          </a:prstGeom>
          <a:noFill/>
          <a:ln/>
        </p:spPr>
        <p:txBody>
          <a:bodyPr wrap="square" lIns="25400" tIns="25400" rIns="25400" bIns="25400" rtlCol="0" anchor="t">
            <a:normAutofit/>
          </a:bodyPr>
          <a:lstStyle/>
          <a:p>
            <a:pPr algn="l" indent="0" marL="0">
              <a:buNone/>
            </a:pPr>
            <a:r>
              <a:rPr lang="en-US" sz="4800" dirty="0">
                <a:solidFill>
                  <a:srgbClr val="FFB7C5"/>
                </a:solidFill>
                <a:latin typeface="Georgia" pitchFamily="34" charset="0"/>
                <a:ea typeface="Georgia" pitchFamily="34" charset="-122"/>
                <a:cs typeface="Georgia" pitchFamily="34" charset="-120"/>
              </a:rPr>
              <a:t>めしあがる</a:t>
            </a:r>
            <a:endParaRPr lang="en-US" sz="4800" dirty="0"/>
          </a:p>
        </p:txBody>
      </p:sp>
      <p:sp>
        <p:nvSpPr>
          <p:cNvPr id="17" name="Text 15"/>
          <p:cNvSpPr/>
          <p:nvPr/>
        </p:nvSpPr>
        <p:spPr>
          <a:xfrm>
            <a:off x="12341126" y="7010400"/>
            <a:ext cx="477070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meshiagaru · honoring others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267843"/>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READING · 読解</a:t>
            </a:r>
            <a:endParaRPr lang="en-US" sz="1800" dirty="0"/>
          </a:p>
        </p:txBody>
      </p:sp>
      <p:sp>
        <p:nvSpPr>
          <p:cNvPr id="3" name="Text 1"/>
          <p:cNvSpPr/>
          <p:nvPr/>
        </p:nvSpPr>
        <p:spPr>
          <a:xfrm>
            <a:off x="1238250" y="2782193"/>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Advanced Kanji &amp; Reading</a:t>
            </a:r>
            <a:endParaRPr lang="en-US" sz="5250" dirty="0"/>
          </a:p>
        </p:txBody>
      </p:sp>
      <p:sp>
        <p:nvSpPr>
          <p:cNvPr id="4" name="Shape 2"/>
          <p:cNvSpPr/>
          <p:nvPr/>
        </p:nvSpPr>
        <p:spPr>
          <a:xfrm>
            <a:off x="1238250" y="3744218"/>
            <a:ext cx="800100" cy="38100"/>
          </a:xfrm>
          <a:prstGeom prst="rect">
            <a:avLst/>
          </a:prstGeom>
          <a:solidFill>
            <a:srgbClr val="FFD700"/>
          </a:solidFill>
          <a:ln/>
        </p:spPr>
      </p:sp>
      <p:sp>
        <p:nvSpPr>
          <p:cNvPr id="5" name="Shape 3"/>
          <p:cNvSpPr/>
          <p:nvPr/>
        </p:nvSpPr>
        <p:spPr>
          <a:xfrm>
            <a:off x="1238250" y="4258568"/>
            <a:ext cx="15811500" cy="3074640"/>
          </a:xfrm>
          <a:prstGeom prst="roundRect">
            <a:avLst>
              <a:gd name="adj" fmla="val 2478"/>
            </a:avLst>
          </a:prstGeom>
          <a:solidFill>
            <a:srgbClr val="232350"/>
          </a:solidFill>
          <a:ln w="9525">
            <a:solidFill>
              <a:srgbClr val="34346A"/>
            </a:solidFill>
            <a:prstDash val="solid"/>
          </a:ln>
        </p:spPr>
      </p:sp>
      <p:sp>
        <p:nvSpPr>
          <p:cNvPr id="6" name="Text 4"/>
          <p:cNvSpPr/>
          <p:nvPr/>
        </p:nvSpPr>
        <p:spPr>
          <a:xfrm>
            <a:off x="1781175" y="4801493"/>
            <a:ext cx="16198215" cy="921990"/>
          </a:xfrm>
          <a:prstGeom prst="rect">
            <a:avLst/>
          </a:prstGeom>
          <a:noFill/>
          <a:ln/>
        </p:spPr>
        <p:txBody>
          <a:bodyPr wrap="square" lIns="25400" tIns="25400" rIns="25400" bIns="25400" rtlCol="0" anchor="t">
            <a:normAutofit/>
          </a:bodyPr>
          <a:lstStyle/>
          <a:p>
            <a:pPr algn="l" indent="0" marL="0">
              <a:lnSpc>
                <a:spcPct val="145000"/>
              </a:lnSpc>
              <a:buNone/>
            </a:pPr>
            <a:r>
              <a:rPr lang="en-US" sz="4800" dirty="0">
                <a:solidFill>
                  <a:srgbClr val="FFB7C5"/>
                </a:solidFill>
                <a:latin typeface="Georgia" pitchFamily="34" charset="0"/>
                <a:ea typeface="Georgia" pitchFamily="34" charset="-122"/>
                <a:cs typeface="Georgia" pitchFamily="34" charset="-120"/>
              </a:rPr>
              <a:t>私</a:t>
            </a:r>
            <a:pPr algn="l" indent="0" marL="0">
              <a:lnSpc>
                <a:spcPct val="145000"/>
              </a:lnSpc>
              <a:buNone/>
            </a:pPr>
            <a:r>
              <a:rPr lang="en-US" sz="4800" dirty="0">
                <a:solidFill>
                  <a:srgbClr val="F5F0EA"/>
                </a:solidFill>
                <a:latin typeface="Georgia" pitchFamily="34" charset="0"/>
                <a:ea typeface="Georgia" pitchFamily="34" charset="-122"/>
                <a:cs typeface="Georgia" pitchFamily="34" charset="-120"/>
              </a:rPr>
              <a:t>は</a:t>
            </a:r>
            <a:pPr algn="l" indent="0" marL="0">
              <a:lnSpc>
                <a:spcPct val="145000"/>
              </a:lnSpc>
              <a:buNone/>
            </a:pPr>
            <a:r>
              <a:rPr lang="en-US" sz="4800" dirty="0">
                <a:solidFill>
                  <a:srgbClr val="FFB7C5"/>
                </a:solidFill>
                <a:latin typeface="Georgia" pitchFamily="34" charset="0"/>
                <a:ea typeface="Georgia" pitchFamily="34" charset="-122"/>
                <a:cs typeface="Georgia" pitchFamily="34" charset="-120"/>
              </a:rPr>
              <a:t>毎朝</a:t>
            </a:r>
            <a:pPr algn="l" indent="0" marL="0">
              <a:lnSpc>
                <a:spcPct val="145000"/>
              </a:lnSpc>
              <a:buNone/>
            </a:pPr>
            <a:r>
              <a:rPr lang="en-US" sz="4800" dirty="0">
                <a:solidFill>
                  <a:srgbClr val="F5F0EA"/>
                </a:solidFill>
                <a:latin typeface="Georgia" pitchFamily="34" charset="0"/>
                <a:ea typeface="Georgia" pitchFamily="34" charset="-122"/>
                <a:cs typeface="Georgia" pitchFamily="34" charset="-120"/>
              </a:rPr>
              <a:t>、</a:t>
            </a:r>
            <a:pPr algn="l" indent="0" marL="0">
              <a:lnSpc>
                <a:spcPct val="145000"/>
              </a:lnSpc>
              <a:buNone/>
            </a:pPr>
            <a:r>
              <a:rPr lang="en-US" sz="4800" dirty="0">
                <a:solidFill>
                  <a:srgbClr val="FFB7C5"/>
                </a:solidFill>
                <a:latin typeface="Georgia" pitchFamily="34" charset="0"/>
                <a:ea typeface="Georgia" pitchFamily="34" charset="-122"/>
                <a:cs typeface="Georgia" pitchFamily="34" charset="-120"/>
              </a:rPr>
              <a:t>電車</a:t>
            </a:r>
            <a:pPr algn="l" indent="0" marL="0">
              <a:lnSpc>
                <a:spcPct val="145000"/>
              </a:lnSpc>
              <a:buNone/>
            </a:pPr>
            <a:r>
              <a:rPr lang="en-US" sz="4800" dirty="0">
                <a:solidFill>
                  <a:srgbClr val="F5F0EA"/>
                </a:solidFill>
                <a:latin typeface="Georgia" pitchFamily="34" charset="0"/>
                <a:ea typeface="Georgia" pitchFamily="34" charset="-122"/>
                <a:cs typeface="Georgia" pitchFamily="34" charset="-120"/>
              </a:rPr>
              <a:t>で</a:t>
            </a:r>
            <a:pPr algn="l" indent="0" marL="0">
              <a:lnSpc>
                <a:spcPct val="145000"/>
              </a:lnSpc>
              <a:buNone/>
            </a:pPr>
            <a:r>
              <a:rPr lang="en-US" sz="4800" dirty="0">
                <a:solidFill>
                  <a:srgbClr val="FFB7C5"/>
                </a:solidFill>
                <a:latin typeface="Georgia" pitchFamily="34" charset="0"/>
                <a:ea typeface="Georgia" pitchFamily="34" charset="-122"/>
                <a:cs typeface="Georgia" pitchFamily="34" charset="-120"/>
              </a:rPr>
              <a:t>学校</a:t>
            </a:r>
            <a:pPr algn="l" indent="0" marL="0">
              <a:lnSpc>
                <a:spcPct val="145000"/>
              </a:lnSpc>
              <a:buNone/>
            </a:pPr>
            <a:r>
              <a:rPr lang="en-US" sz="4800" dirty="0">
                <a:solidFill>
                  <a:srgbClr val="F5F0EA"/>
                </a:solidFill>
                <a:latin typeface="Georgia" pitchFamily="34" charset="0"/>
                <a:ea typeface="Georgia" pitchFamily="34" charset="-122"/>
                <a:cs typeface="Georgia" pitchFamily="34" charset="-120"/>
              </a:rPr>
              <a:t>に</a:t>
            </a:r>
            <a:pPr algn="l" indent="0" marL="0">
              <a:lnSpc>
                <a:spcPct val="145000"/>
              </a:lnSpc>
              <a:buNone/>
            </a:pPr>
            <a:r>
              <a:rPr lang="en-US" sz="4800" dirty="0">
                <a:solidFill>
                  <a:srgbClr val="FFB7C5"/>
                </a:solidFill>
                <a:latin typeface="Georgia" pitchFamily="34" charset="0"/>
                <a:ea typeface="Georgia" pitchFamily="34" charset="-122"/>
                <a:cs typeface="Georgia" pitchFamily="34" charset="-120"/>
              </a:rPr>
              <a:t>行</a:t>
            </a:r>
            <a:pPr algn="l" indent="0" marL="0">
              <a:lnSpc>
                <a:spcPct val="145000"/>
              </a:lnSpc>
              <a:buNone/>
            </a:pPr>
            <a:r>
              <a:rPr lang="en-US" sz="4800" dirty="0">
                <a:solidFill>
                  <a:srgbClr val="F5F0EA"/>
                </a:solidFill>
                <a:latin typeface="Georgia" pitchFamily="34" charset="0"/>
                <a:ea typeface="Georgia" pitchFamily="34" charset="-122"/>
                <a:cs typeface="Georgia" pitchFamily="34" charset="-120"/>
              </a:rPr>
              <a:t>きます。</a:t>
            </a:r>
            <a:endParaRPr lang="en-US" sz="4800" dirty="0"/>
          </a:p>
        </p:txBody>
      </p:sp>
      <p:sp>
        <p:nvSpPr>
          <p:cNvPr id="7" name="Text 5"/>
          <p:cNvSpPr/>
          <p:nvPr/>
        </p:nvSpPr>
        <p:spPr>
          <a:xfrm>
            <a:off x="1781175" y="5913983"/>
            <a:ext cx="16198215" cy="381000"/>
          </a:xfrm>
          <a:prstGeom prst="rect">
            <a:avLst/>
          </a:prstGeom>
          <a:noFill/>
          <a:ln/>
        </p:spPr>
        <p:txBody>
          <a:bodyPr wrap="square" lIns="25400" tIns="25400" rIns="25400" bIns="25400" rtlCol="0" anchor="t">
            <a:normAutofit/>
          </a:bodyPr>
          <a:lstStyle/>
          <a:p>
            <a:pPr algn="l" indent="0" marL="0">
              <a:buNone/>
            </a:pPr>
            <a:r>
              <a:rPr lang="en-US" sz="2400" i="1" dirty="0">
                <a:solidFill>
                  <a:srgbClr val="CFC8E0"/>
                </a:solidFill>
                <a:latin typeface="Georgia" pitchFamily="34" charset="0"/>
                <a:ea typeface="Georgia" pitchFamily="34" charset="-122"/>
                <a:cs typeface="Georgia" pitchFamily="34" charset="-120"/>
              </a:rPr>
              <a:t>watashi wa maiasa, densha de gakkō ni ikimasu</a:t>
            </a:r>
            <a:endParaRPr lang="en-US" sz="2400" dirty="0"/>
          </a:p>
        </p:txBody>
      </p:sp>
      <p:sp>
        <p:nvSpPr>
          <p:cNvPr id="8" name="Text 6"/>
          <p:cNvSpPr/>
          <p:nvPr/>
        </p:nvSpPr>
        <p:spPr>
          <a:xfrm>
            <a:off x="1781175" y="6371183"/>
            <a:ext cx="16198215" cy="457200"/>
          </a:xfrm>
          <a:prstGeom prst="rect">
            <a:avLst/>
          </a:prstGeom>
          <a:noFill/>
          <a:ln/>
        </p:spPr>
        <p:txBody>
          <a:bodyPr wrap="square" lIns="25400" tIns="25400" rIns="25400" bIns="25400" rtlCol="0" anchor="t">
            <a:normAutofit/>
          </a:bodyPr>
          <a:lstStyle/>
          <a:p>
            <a:pPr algn="l" indent="0" marL="0">
              <a:buNone/>
            </a:pPr>
            <a:r>
              <a:rPr lang="en-US" sz="2250" dirty="0">
                <a:solidFill>
                  <a:srgbClr val="EDE8E0"/>
                </a:solidFill>
                <a:latin typeface="Arial" pitchFamily="34" charset="0"/>
                <a:ea typeface="Arial" pitchFamily="34" charset="-122"/>
                <a:cs typeface="Arial" pitchFamily="34" charset="-120"/>
              </a:rPr>
              <a:t>“Every morning, I go to school by train.”</a:t>
            </a:r>
            <a:endParaRPr lang="en-US" sz="2250" dirty="0"/>
          </a:p>
        </p:txBody>
      </p:sp>
      <p:sp>
        <p:nvSpPr>
          <p:cNvPr id="9" name="Text 7"/>
          <p:cNvSpPr/>
          <p:nvPr/>
        </p:nvSpPr>
        <p:spPr>
          <a:xfrm>
            <a:off x="1238250" y="7676108"/>
            <a:ext cx="17392650" cy="381000"/>
          </a:xfrm>
          <a:prstGeom prst="rect">
            <a:avLst/>
          </a:prstGeom>
          <a:noFill/>
          <a:ln/>
        </p:spPr>
        <p:txBody>
          <a:bodyPr wrap="square" lIns="25400" tIns="25400" rIns="25400" bIns="25400" rtlCol="0" anchor="t">
            <a:normAutofit/>
          </a:bodyPr>
          <a:lstStyle/>
          <a:p>
            <a:pPr algn="l" indent="0" marL="0">
              <a:buNone/>
            </a:pPr>
            <a:r>
              <a:rPr lang="en-US" sz="2400" i="1" dirty="0">
                <a:solidFill>
                  <a:srgbClr val="CFC8E0"/>
                </a:solidFill>
                <a:latin typeface="Georgia" pitchFamily="34" charset="0"/>
                <a:ea typeface="Georgia" pitchFamily="34" charset="-122"/>
                <a:cs typeface="Georgia" pitchFamily="34" charset="-120"/>
              </a:rPr>
              <a:t>~300 kanji at N4 — enough to read short articles, signs, and menus.</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883247"/>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THE FINISH LINE · できること</a:t>
            </a:r>
            <a:endParaRPr lang="en-US" sz="1800" dirty="0"/>
          </a:p>
        </p:txBody>
      </p:sp>
      <p:sp>
        <p:nvSpPr>
          <p:cNvPr id="3" name="Text 1"/>
          <p:cNvSpPr/>
          <p:nvPr/>
        </p:nvSpPr>
        <p:spPr>
          <a:xfrm>
            <a:off x="1238250" y="3397597"/>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What N4 Unlocks</a:t>
            </a:r>
            <a:endParaRPr lang="en-US" sz="5250" dirty="0"/>
          </a:p>
        </p:txBody>
      </p:sp>
      <p:sp>
        <p:nvSpPr>
          <p:cNvPr id="4" name="Shape 2"/>
          <p:cNvSpPr/>
          <p:nvPr/>
        </p:nvSpPr>
        <p:spPr>
          <a:xfrm>
            <a:off x="1238250" y="4359622"/>
            <a:ext cx="800100" cy="38100"/>
          </a:xfrm>
          <a:prstGeom prst="rect">
            <a:avLst/>
          </a:prstGeom>
          <a:solidFill>
            <a:srgbClr val="FFD700"/>
          </a:solidFill>
          <a:ln/>
        </p:spPr>
      </p:sp>
      <p:sp>
        <p:nvSpPr>
          <p:cNvPr id="5" name="Text 3"/>
          <p:cNvSpPr/>
          <p:nvPr/>
        </p:nvSpPr>
        <p:spPr>
          <a:xfrm>
            <a:off x="1238250" y="4912072"/>
            <a:ext cx="367457"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FFD700"/>
                </a:solidFill>
                <a:latin typeface="Georgia" pitchFamily="34" charset="0"/>
                <a:ea typeface="Georgia" pitchFamily="34" charset="-122"/>
                <a:cs typeface="Georgia" pitchFamily="34" charset="-120"/>
              </a:rPr>
              <a:t>✓</a:t>
            </a:r>
            <a:endParaRPr lang="en-US" sz="3000" dirty="0"/>
          </a:p>
        </p:txBody>
      </p:sp>
      <p:sp>
        <p:nvSpPr>
          <p:cNvPr id="6" name="Text 4"/>
          <p:cNvSpPr/>
          <p:nvPr/>
        </p:nvSpPr>
        <p:spPr>
          <a:xfrm>
            <a:off x="1739057" y="4912072"/>
            <a:ext cx="6558096"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F5F0EA"/>
                </a:solidFill>
                <a:latin typeface="Arial" pitchFamily="34" charset="0"/>
                <a:ea typeface="Arial" pitchFamily="34" charset="-122"/>
                <a:cs typeface="Arial" pitchFamily="34" charset="-120"/>
              </a:rPr>
              <a:t>Hold everyday conversations with confidence</a:t>
            </a:r>
            <a:endParaRPr lang="en-US" sz="2400" dirty="0"/>
          </a:p>
        </p:txBody>
      </p:sp>
      <p:sp>
        <p:nvSpPr>
          <p:cNvPr id="7" name="Text 5"/>
          <p:cNvSpPr/>
          <p:nvPr/>
        </p:nvSpPr>
        <p:spPr>
          <a:xfrm>
            <a:off x="9382125" y="4912072"/>
            <a:ext cx="367457"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FFD700"/>
                </a:solidFill>
                <a:latin typeface="Georgia" pitchFamily="34" charset="0"/>
                <a:ea typeface="Georgia" pitchFamily="34" charset="-122"/>
                <a:cs typeface="Georgia" pitchFamily="34" charset="-120"/>
              </a:rPr>
              <a:t>✓</a:t>
            </a:r>
            <a:endParaRPr lang="en-US" sz="3000" dirty="0"/>
          </a:p>
        </p:txBody>
      </p:sp>
      <p:sp>
        <p:nvSpPr>
          <p:cNvPr id="8" name="Text 6"/>
          <p:cNvSpPr/>
          <p:nvPr/>
        </p:nvSpPr>
        <p:spPr>
          <a:xfrm>
            <a:off x="9882932" y="4912072"/>
            <a:ext cx="5652939"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F5F0EA"/>
                </a:solidFill>
                <a:latin typeface="Arial" pitchFamily="34" charset="0"/>
                <a:ea typeface="Arial" pitchFamily="34" charset="-122"/>
                <a:cs typeface="Arial" pitchFamily="34" charset="-120"/>
              </a:rPr>
              <a:t>Read simple articles, signs, and menus</a:t>
            </a:r>
            <a:endParaRPr lang="en-US" sz="2400" dirty="0"/>
          </a:p>
        </p:txBody>
      </p:sp>
      <p:sp>
        <p:nvSpPr>
          <p:cNvPr id="9" name="Text 7"/>
          <p:cNvSpPr/>
          <p:nvPr/>
        </p:nvSpPr>
        <p:spPr>
          <a:xfrm>
            <a:off x="1238250" y="5586413"/>
            <a:ext cx="367457"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FFD700"/>
                </a:solidFill>
                <a:latin typeface="Georgia" pitchFamily="34" charset="0"/>
                <a:ea typeface="Georgia" pitchFamily="34" charset="-122"/>
                <a:cs typeface="Georgia" pitchFamily="34" charset="-120"/>
              </a:rPr>
              <a:t>✓</a:t>
            </a:r>
            <a:endParaRPr lang="en-US" sz="3000" dirty="0"/>
          </a:p>
        </p:txBody>
      </p:sp>
      <p:sp>
        <p:nvSpPr>
          <p:cNvPr id="10" name="Text 8"/>
          <p:cNvSpPr/>
          <p:nvPr/>
        </p:nvSpPr>
        <p:spPr>
          <a:xfrm>
            <a:off x="1739057" y="5586413"/>
            <a:ext cx="5846772"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F5F0EA"/>
                </a:solidFill>
                <a:latin typeface="Arial" pitchFamily="34" charset="0"/>
                <a:ea typeface="Arial" pitchFamily="34" charset="-122"/>
                <a:cs typeface="Arial" pitchFamily="34" charset="-120"/>
              </a:rPr>
              <a:t>Understand slow, clear everyday speech</a:t>
            </a:r>
            <a:endParaRPr lang="en-US" sz="2400" dirty="0"/>
          </a:p>
        </p:txBody>
      </p:sp>
      <p:sp>
        <p:nvSpPr>
          <p:cNvPr id="11" name="Text 9"/>
          <p:cNvSpPr/>
          <p:nvPr/>
        </p:nvSpPr>
        <p:spPr>
          <a:xfrm>
            <a:off x="9382125" y="5586413"/>
            <a:ext cx="367457"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FFD700"/>
                </a:solidFill>
                <a:latin typeface="Georgia" pitchFamily="34" charset="0"/>
                <a:ea typeface="Georgia" pitchFamily="34" charset="-122"/>
                <a:cs typeface="Georgia" pitchFamily="34" charset="-120"/>
              </a:rPr>
              <a:t>✓</a:t>
            </a:r>
            <a:endParaRPr lang="en-US" sz="3000" dirty="0"/>
          </a:p>
        </p:txBody>
      </p:sp>
      <p:sp>
        <p:nvSpPr>
          <p:cNvPr id="12" name="Text 10"/>
          <p:cNvSpPr/>
          <p:nvPr/>
        </p:nvSpPr>
        <p:spPr>
          <a:xfrm>
            <a:off x="9882932" y="5586413"/>
            <a:ext cx="5819596"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F5F0EA"/>
                </a:solidFill>
                <a:latin typeface="Arial" pitchFamily="34" charset="0"/>
                <a:ea typeface="Arial" pitchFamily="34" charset="-122"/>
                <a:cs typeface="Arial" pitchFamily="34" charset="-120"/>
              </a:rPr>
              <a:t>Write short messages on familiar topics</a:t>
            </a:r>
            <a:endParaRPr lang="en-US" sz="2400" dirty="0"/>
          </a:p>
        </p:txBody>
      </p:sp>
      <p:sp>
        <p:nvSpPr>
          <p:cNvPr id="13" name="Text 11"/>
          <p:cNvSpPr/>
          <p:nvPr/>
        </p:nvSpPr>
        <p:spPr>
          <a:xfrm>
            <a:off x="1238250" y="6622703"/>
            <a:ext cx="2947977"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FFB7C5"/>
                </a:solidFill>
                <a:latin typeface="Georgia" pitchFamily="34" charset="0"/>
                <a:ea typeface="Georgia" pitchFamily="34" charset="-122"/>
                <a:cs typeface="Georgia" pitchFamily="34" charset="-120"/>
              </a:rPr>
              <a:t>~1,500 </a:t>
            </a:r>
            <a:pPr algn="l" indent="0" marL="0">
              <a:buNone/>
            </a:pPr>
            <a:r>
              <a:rPr lang="en-US" sz="2100" dirty="0">
                <a:solidFill>
                  <a:srgbClr val="B9B2CC"/>
                </a:solidFill>
                <a:latin typeface="Arial" pitchFamily="34" charset="0"/>
                <a:ea typeface="Arial" pitchFamily="34" charset="-122"/>
                <a:cs typeface="Arial" pitchFamily="34" charset="-120"/>
              </a:rPr>
              <a:t>words</a:t>
            </a:r>
            <a:endParaRPr lang="en-US" sz="1200" dirty="0"/>
          </a:p>
        </p:txBody>
      </p:sp>
      <p:sp>
        <p:nvSpPr>
          <p:cNvPr id="14" name="Text 12"/>
          <p:cNvSpPr/>
          <p:nvPr/>
        </p:nvSpPr>
        <p:spPr>
          <a:xfrm>
            <a:off x="4671864" y="6622703"/>
            <a:ext cx="2312640"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FFB7C5"/>
                </a:solidFill>
                <a:latin typeface="Georgia" pitchFamily="34" charset="0"/>
                <a:ea typeface="Georgia" pitchFamily="34" charset="-122"/>
                <a:cs typeface="Georgia" pitchFamily="34" charset="-120"/>
              </a:rPr>
              <a:t>~300 </a:t>
            </a:r>
            <a:pPr algn="l" indent="0" marL="0">
              <a:buNone/>
            </a:pPr>
            <a:r>
              <a:rPr lang="en-US" sz="2100" dirty="0">
                <a:solidFill>
                  <a:srgbClr val="B9B2CC"/>
                </a:solidFill>
                <a:latin typeface="Arial" pitchFamily="34" charset="0"/>
                <a:ea typeface="Arial" pitchFamily="34" charset="-122"/>
                <a:cs typeface="Arial" pitchFamily="34" charset="-120"/>
              </a:rPr>
              <a:t>kanji</a:t>
            </a:r>
            <a:endParaRPr lang="en-US" sz="1200" dirty="0"/>
          </a:p>
        </p:txBody>
      </p:sp>
      <p:sp>
        <p:nvSpPr>
          <p:cNvPr id="15" name="Text 13"/>
          <p:cNvSpPr/>
          <p:nvPr/>
        </p:nvSpPr>
        <p:spPr>
          <a:xfrm>
            <a:off x="7479804" y="6622703"/>
            <a:ext cx="2232571"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FFB7C5"/>
                </a:solidFill>
                <a:latin typeface="Georgia" pitchFamily="34" charset="0"/>
                <a:ea typeface="Georgia" pitchFamily="34" charset="-122"/>
                <a:cs typeface="Georgia" pitchFamily="34" charset="-120"/>
              </a:rPr>
              <a:t>N4 </a:t>
            </a:r>
            <a:pPr algn="l" indent="0" marL="0">
              <a:buNone/>
            </a:pPr>
            <a:r>
              <a:rPr lang="en-US" sz="2100" dirty="0">
                <a:solidFill>
                  <a:srgbClr val="B9B2CC"/>
                </a:solidFill>
                <a:latin typeface="Arial" pitchFamily="34" charset="0"/>
                <a:ea typeface="Arial" pitchFamily="34" charset="-122"/>
                <a:cs typeface="Arial" pitchFamily="34" charset="-120"/>
              </a:rPr>
              <a:t>JLPT level</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619375"/>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KEEP GOING · これから</a:t>
            </a:r>
            <a:endParaRPr lang="en-US" sz="1800" dirty="0"/>
          </a:p>
        </p:txBody>
      </p:sp>
      <p:sp>
        <p:nvSpPr>
          <p:cNvPr id="3" name="Text 1"/>
          <p:cNvSpPr/>
          <p:nvPr/>
        </p:nvSpPr>
        <p:spPr>
          <a:xfrm>
            <a:off x="1238250" y="3133725"/>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Course Wrap-Up</a:t>
            </a:r>
            <a:endParaRPr lang="en-US" sz="5250" dirty="0"/>
          </a:p>
        </p:txBody>
      </p:sp>
      <p:sp>
        <p:nvSpPr>
          <p:cNvPr id="4" name="Shape 2"/>
          <p:cNvSpPr/>
          <p:nvPr/>
        </p:nvSpPr>
        <p:spPr>
          <a:xfrm>
            <a:off x="1238250" y="4095750"/>
            <a:ext cx="800100" cy="38100"/>
          </a:xfrm>
          <a:prstGeom prst="rect">
            <a:avLst/>
          </a:prstGeom>
          <a:solidFill>
            <a:srgbClr val="FFD700"/>
          </a:solidFill>
          <a:ln/>
        </p:spPr>
      </p:sp>
      <p:sp>
        <p:nvSpPr>
          <p:cNvPr id="5" name="Shape 3"/>
          <p:cNvSpPr/>
          <p:nvPr/>
        </p:nvSpPr>
        <p:spPr>
          <a:xfrm>
            <a:off x="1238250" y="4705350"/>
            <a:ext cx="5079950" cy="2962275"/>
          </a:xfrm>
          <a:prstGeom prst="roundRect">
            <a:avLst>
              <a:gd name="adj" fmla="val 1929"/>
            </a:avLst>
          </a:prstGeom>
          <a:solidFill>
            <a:srgbClr val="232350"/>
          </a:solidFill>
          <a:ln w="9525">
            <a:solidFill>
              <a:srgbClr val="34346A"/>
            </a:solidFill>
            <a:prstDash val="solid"/>
          </a:ln>
        </p:spPr>
      </p:sp>
      <p:sp>
        <p:nvSpPr>
          <p:cNvPr id="6" name="Text 4"/>
          <p:cNvSpPr/>
          <p:nvPr/>
        </p:nvSpPr>
        <p:spPr>
          <a:xfrm>
            <a:off x="1609725" y="5133975"/>
            <a:ext cx="4770700" cy="790575"/>
          </a:xfrm>
          <a:prstGeom prst="rect">
            <a:avLst/>
          </a:prstGeom>
          <a:noFill/>
          <a:ln/>
        </p:spPr>
        <p:txBody>
          <a:bodyPr wrap="square" lIns="25400" tIns="25400" rIns="25400" bIns="25400" rtlCol="0" anchor="t">
            <a:normAutofit/>
          </a:bodyPr>
          <a:lstStyle/>
          <a:p>
            <a:pPr algn="l" indent="0" marL="0">
              <a:buNone/>
            </a:pPr>
            <a:r>
              <a:rPr lang="en-US" sz="4050" dirty="0">
                <a:solidFill>
                  <a:srgbClr val="FFB7C5"/>
                </a:solidFill>
                <a:latin typeface="Georgia" pitchFamily="34" charset="0"/>
                <a:ea typeface="Georgia" pitchFamily="34" charset="-122"/>
                <a:cs typeface="Georgia" pitchFamily="34" charset="-120"/>
              </a:rPr>
              <a:t>毎日</a:t>
            </a:r>
            <a:endParaRPr lang="en-US" sz="4050" dirty="0"/>
          </a:p>
        </p:txBody>
      </p:sp>
      <p:sp>
        <p:nvSpPr>
          <p:cNvPr id="7" name="Text 5"/>
          <p:cNvSpPr/>
          <p:nvPr/>
        </p:nvSpPr>
        <p:spPr>
          <a:xfrm>
            <a:off x="1609725" y="6000750"/>
            <a:ext cx="4770700" cy="476250"/>
          </a:xfrm>
          <a:prstGeom prst="rect">
            <a:avLst/>
          </a:prstGeom>
          <a:noFill/>
          <a:ln/>
        </p:spPr>
        <p:txBody>
          <a:bodyPr wrap="square" lIns="25400" tIns="25400" rIns="25400" bIns="25400" rtlCol="0" anchor="t">
            <a:normAutofit/>
          </a:bodyPr>
          <a:lstStyle/>
          <a:p>
            <a:pPr algn="l" indent="0" marL="0">
              <a:buNone/>
            </a:pPr>
            <a:r>
              <a:rPr lang="en-US" sz="2850" dirty="0">
                <a:solidFill>
                  <a:srgbClr val="F5F0EA"/>
                </a:solidFill>
                <a:latin typeface="Georgia" pitchFamily="34" charset="0"/>
                <a:ea typeface="Georgia" pitchFamily="34" charset="-122"/>
                <a:cs typeface="Georgia" pitchFamily="34" charset="-120"/>
              </a:rPr>
              <a:t>Practice daily</a:t>
            </a:r>
            <a:endParaRPr lang="en-US" sz="2850" dirty="0"/>
          </a:p>
        </p:txBody>
      </p:sp>
      <p:sp>
        <p:nvSpPr>
          <p:cNvPr id="8" name="Text 6"/>
          <p:cNvSpPr/>
          <p:nvPr/>
        </p:nvSpPr>
        <p:spPr>
          <a:xfrm>
            <a:off x="1609725" y="6553200"/>
            <a:ext cx="446711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A little every day beats cramming. Consistency wins.</a:t>
            </a:r>
            <a:endParaRPr lang="en-US" sz="1800" dirty="0"/>
          </a:p>
        </p:txBody>
      </p:sp>
      <p:sp>
        <p:nvSpPr>
          <p:cNvPr id="9" name="Shape 7"/>
          <p:cNvSpPr/>
          <p:nvPr/>
        </p:nvSpPr>
        <p:spPr>
          <a:xfrm>
            <a:off x="6603950" y="4705350"/>
            <a:ext cx="5079950" cy="2962275"/>
          </a:xfrm>
          <a:prstGeom prst="roundRect">
            <a:avLst>
              <a:gd name="adj" fmla="val 1929"/>
            </a:avLst>
          </a:prstGeom>
          <a:solidFill>
            <a:srgbClr val="232350"/>
          </a:solidFill>
          <a:ln w="9525">
            <a:solidFill>
              <a:srgbClr val="34346A"/>
            </a:solidFill>
            <a:prstDash val="solid"/>
          </a:ln>
        </p:spPr>
      </p:sp>
      <p:sp>
        <p:nvSpPr>
          <p:cNvPr id="10" name="Text 8"/>
          <p:cNvSpPr/>
          <p:nvPr/>
        </p:nvSpPr>
        <p:spPr>
          <a:xfrm>
            <a:off x="6975425" y="5133975"/>
            <a:ext cx="4770700" cy="790575"/>
          </a:xfrm>
          <a:prstGeom prst="rect">
            <a:avLst/>
          </a:prstGeom>
          <a:noFill/>
          <a:ln/>
        </p:spPr>
        <p:txBody>
          <a:bodyPr wrap="square" lIns="25400" tIns="25400" rIns="25400" bIns="25400" rtlCol="0" anchor="t">
            <a:normAutofit/>
          </a:bodyPr>
          <a:lstStyle/>
          <a:p>
            <a:pPr algn="l" indent="0" marL="0">
              <a:buNone/>
            </a:pPr>
            <a:r>
              <a:rPr lang="en-US" sz="4050" dirty="0">
                <a:solidFill>
                  <a:srgbClr val="FFB7C5"/>
                </a:solidFill>
                <a:latin typeface="Georgia" pitchFamily="34" charset="0"/>
                <a:ea typeface="Georgia" pitchFamily="34" charset="-122"/>
                <a:cs typeface="Georgia" pitchFamily="34" charset="-120"/>
              </a:rPr>
              <a:t>浸る</a:t>
            </a:r>
            <a:endParaRPr lang="en-US" sz="4050" dirty="0"/>
          </a:p>
        </p:txBody>
      </p:sp>
      <p:sp>
        <p:nvSpPr>
          <p:cNvPr id="11" name="Text 9"/>
          <p:cNvSpPr/>
          <p:nvPr/>
        </p:nvSpPr>
        <p:spPr>
          <a:xfrm>
            <a:off x="6975425" y="6000750"/>
            <a:ext cx="4770700" cy="476250"/>
          </a:xfrm>
          <a:prstGeom prst="rect">
            <a:avLst/>
          </a:prstGeom>
          <a:noFill/>
          <a:ln/>
        </p:spPr>
        <p:txBody>
          <a:bodyPr wrap="square" lIns="25400" tIns="25400" rIns="25400" bIns="25400" rtlCol="0" anchor="t">
            <a:normAutofit/>
          </a:bodyPr>
          <a:lstStyle/>
          <a:p>
            <a:pPr algn="l" indent="0" marL="0">
              <a:buNone/>
            </a:pPr>
            <a:r>
              <a:rPr lang="en-US" sz="2850" dirty="0">
                <a:solidFill>
                  <a:srgbClr val="F5F0EA"/>
                </a:solidFill>
                <a:latin typeface="Georgia" pitchFamily="34" charset="0"/>
                <a:ea typeface="Georgia" pitchFamily="34" charset="-122"/>
                <a:cs typeface="Georgia" pitchFamily="34" charset="-120"/>
              </a:rPr>
              <a:t>Immerse</a:t>
            </a:r>
            <a:endParaRPr lang="en-US" sz="2850" dirty="0"/>
          </a:p>
        </p:txBody>
      </p:sp>
      <p:sp>
        <p:nvSpPr>
          <p:cNvPr id="12" name="Text 10"/>
          <p:cNvSpPr/>
          <p:nvPr/>
        </p:nvSpPr>
        <p:spPr>
          <a:xfrm>
            <a:off x="6975425" y="6553200"/>
            <a:ext cx="446711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Music, shows, podcasts — surround yourself with Japanese.</a:t>
            </a:r>
            <a:endParaRPr lang="en-US" sz="1800" dirty="0"/>
          </a:p>
        </p:txBody>
      </p:sp>
      <p:sp>
        <p:nvSpPr>
          <p:cNvPr id="13" name="Shape 11"/>
          <p:cNvSpPr/>
          <p:nvPr/>
        </p:nvSpPr>
        <p:spPr>
          <a:xfrm>
            <a:off x="11969651" y="4705350"/>
            <a:ext cx="5079950" cy="2962275"/>
          </a:xfrm>
          <a:prstGeom prst="roundRect">
            <a:avLst>
              <a:gd name="adj" fmla="val 1929"/>
            </a:avLst>
          </a:prstGeom>
          <a:solidFill>
            <a:srgbClr val="232350"/>
          </a:solidFill>
          <a:ln w="9525">
            <a:solidFill>
              <a:srgbClr val="34346A"/>
            </a:solidFill>
            <a:prstDash val="solid"/>
          </a:ln>
        </p:spPr>
      </p:sp>
      <p:sp>
        <p:nvSpPr>
          <p:cNvPr id="14" name="Text 12"/>
          <p:cNvSpPr/>
          <p:nvPr/>
        </p:nvSpPr>
        <p:spPr>
          <a:xfrm>
            <a:off x="12341126" y="5133975"/>
            <a:ext cx="4770700" cy="790575"/>
          </a:xfrm>
          <a:prstGeom prst="rect">
            <a:avLst/>
          </a:prstGeom>
          <a:noFill/>
          <a:ln/>
        </p:spPr>
        <p:txBody>
          <a:bodyPr wrap="square" lIns="25400" tIns="25400" rIns="25400" bIns="25400" rtlCol="0" anchor="t">
            <a:normAutofit/>
          </a:bodyPr>
          <a:lstStyle/>
          <a:p>
            <a:pPr algn="l" indent="0" marL="0">
              <a:buNone/>
            </a:pPr>
            <a:r>
              <a:rPr lang="en-US" sz="4050" dirty="0">
                <a:solidFill>
                  <a:srgbClr val="FFB7C5"/>
                </a:solidFill>
                <a:latin typeface="Georgia" pitchFamily="34" charset="0"/>
                <a:ea typeface="Georgia" pitchFamily="34" charset="-122"/>
                <a:cs typeface="Georgia" pitchFamily="34" charset="-120"/>
              </a:rPr>
              <a:t>次へ</a:t>
            </a:r>
            <a:endParaRPr lang="en-US" sz="4050" dirty="0"/>
          </a:p>
        </p:txBody>
      </p:sp>
      <p:sp>
        <p:nvSpPr>
          <p:cNvPr id="15" name="Text 13"/>
          <p:cNvSpPr/>
          <p:nvPr/>
        </p:nvSpPr>
        <p:spPr>
          <a:xfrm>
            <a:off x="12341126" y="6000750"/>
            <a:ext cx="4770700" cy="476250"/>
          </a:xfrm>
          <a:prstGeom prst="rect">
            <a:avLst/>
          </a:prstGeom>
          <a:noFill/>
          <a:ln/>
        </p:spPr>
        <p:txBody>
          <a:bodyPr wrap="square" lIns="25400" tIns="25400" rIns="25400" bIns="25400" rtlCol="0" anchor="t">
            <a:normAutofit/>
          </a:bodyPr>
          <a:lstStyle/>
          <a:p>
            <a:pPr algn="l" indent="0" marL="0">
              <a:buNone/>
            </a:pPr>
            <a:r>
              <a:rPr lang="en-US" sz="2850" dirty="0">
                <a:solidFill>
                  <a:srgbClr val="F5F0EA"/>
                </a:solidFill>
                <a:latin typeface="Georgia" pitchFamily="34" charset="0"/>
                <a:ea typeface="Georgia" pitchFamily="34" charset="-122"/>
                <a:cs typeface="Georgia" pitchFamily="34" charset="-120"/>
              </a:rPr>
              <a:t>Aim for N3</a:t>
            </a:r>
            <a:endParaRPr lang="en-US" sz="2850" dirty="0"/>
          </a:p>
        </p:txBody>
      </p:sp>
      <p:sp>
        <p:nvSpPr>
          <p:cNvPr id="16" name="Text 14"/>
          <p:cNvSpPr/>
          <p:nvPr/>
        </p:nvSpPr>
        <p:spPr>
          <a:xfrm>
            <a:off x="12341126" y="6553200"/>
            <a:ext cx="446711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When you're ready, keep climbing. The habit carries you.</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A3E"/>
        </a:solidFill>
      </p:bgPr>
    </p:bg>
    <p:spTree>
      <p:nvGrpSpPr>
        <p:cNvPr id="1" name=""/>
        <p:cNvGrpSpPr/>
        <p:nvPr/>
      </p:nvGrpSpPr>
      <p:grpSpPr>
        <a:xfrm>
          <a:off x="0" y="0"/>
          <a:ext cx="0" cy="0"/>
          <a:chOff x="0" y="0"/>
          <a:chExt cx="0" cy="0"/>
        </a:xfrm>
      </p:grpSpPr>
      <p:sp>
        <p:nvSpPr>
          <p:cNvPr id="2" name="Shape 0"/>
          <p:cNvSpPr/>
          <p:nvPr/>
        </p:nvSpPr>
        <p:spPr>
          <a:xfrm>
            <a:off x="0" y="8667750"/>
            <a:ext cx="18288000" cy="1619250"/>
          </a:xfrm>
          <a:prstGeom prst="rect">
            <a:avLst/>
          </a:prstGeom>
          <a:gradFill rotWithShape="1">
            <a:gsLst>
              <a:gs pos="24000">
                <a:srgbClr val="16162F">
                  <a:alpha val="100000"/>
                </a:srgbClr>
              </a:gs>
              <a:gs pos="25000">
                <a:srgbClr val="342F29">
                  <a:alpha val="100000"/>
                </a:srgbClr>
              </a:gs>
              <a:gs pos="28000">
                <a:srgbClr val="342F29">
                  <a:alpha val="100000"/>
                </a:srgbClr>
              </a:gs>
              <a:gs pos="29000">
                <a:srgbClr val="16162F">
                  <a:alpha val="100000"/>
                </a:srgbClr>
              </a:gs>
              <a:gs pos="36000">
                <a:srgbClr val="16162F">
                  <a:alpha val="100000"/>
                </a:srgbClr>
              </a:gs>
              <a:gs pos="37000">
                <a:srgbClr val="342F29">
                  <a:alpha val="100000"/>
                </a:srgbClr>
              </a:gs>
              <a:gs pos="40000">
                <a:srgbClr val="342F29">
                  <a:alpha val="100000"/>
                </a:srgbClr>
              </a:gs>
              <a:gs pos="41000">
                <a:srgbClr val="16162F">
                  <a:alpha val="100000"/>
                </a:srgbClr>
              </a:gs>
            </a:gsLst>
            <a:path path="circle">
              <a:fillToRect l="100000" t="100000" r="0" b="0"/>
            </a:path>
          </a:gradFill>
          <a:ln/>
        </p:spPr>
      </p:sp>
      <p:sp>
        <p:nvSpPr>
          <p:cNvPr id="3" name="Text 1"/>
          <p:cNvSpPr/>
          <p:nvPr/>
        </p:nvSpPr>
        <p:spPr>
          <a:xfrm>
            <a:off x="-628650" y="-571500"/>
            <a:ext cx="5448300" cy="4991100"/>
          </a:xfrm>
          <a:prstGeom prst="rect">
            <a:avLst/>
          </a:prstGeom>
          <a:noFill/>
          <a:ln/>
        </p:spPr>
        <p:txBody>
          <a:bodyPr wrap="square" lIns="25400" tIns="25400" rIns="25400" bIns="25400" rtlCol="0" anchor="t">
            <a:normAutofit/>
          </a:bodyPr>
          <a:lstStyle/>
          <a:p>
            <a:pPr algn="ctr" indent="0" marL="0">
              <a:lnSpc>
                <a:spcPct val="100000"/>
              </a:lnSpc>
              <a:buNone/>
            </a:pPr>
            <a:r>
              <a:rPr lang="en-US" sz="39000" b="1" dirty="0">
                <a:solidFill>
                  <a:srgbClr val="FFB7C5">
                    <a:alpha val="5000"/>
                  </a:srgbClr>
                </a:solidFill>
                <a:latin typeface="Georgia" pitchFamily="34" charset="0"/>
                <a:ea typeface="Georgia" pitchFamily="34" charset="-122"/>
                <a:cs typeface="Georgia" pitchFamily="34" charset="-120"/>
              </a:rPr>
              <a:t>桜</a:t>
            </a:r>
            <a:endParaRPr lang="en-US" sz="39000" dirty="0"/>
          </a:p>
        </p:txBody>
      </p:sp>
      <p:sp>
        <p:nvSpPr>
          <p:cNvPr id="4" name="Text 2"/>
          <p:cNvSpPr/>
          <p:nvPr/>
        </p:nvSpPr>
        <p:spPr>
          <a:xfrm>
            <a:off x="3934063" y="3300413"/>
            <a:ext cx="10419874" cy="1657350"/>
          </a:xfrm>
          <a:prstGeom prst="rect">
            <a:avLst/>
          </a:prstGeom>
          <a:noFill/>
          <a:ln/>
        </p:spPr>
        <p:txBody>
          <a:bodyPr wrap="square" lIns="25400" tIns="25400" rIns="25400" bIns="25400" rtlCol="0" anchor="t">
            <a:normAutofit/>
          </a:bodyPr>
          <a:lstStyle/>
          <a:p>
            <a:pPr algn="ctr" indent="0" marL="0">
              <a:lnSpc>
                <a:spcPct val="100000"/>
              </a:lnSpc>
              <a:buNone/>
            </a:pPr>
            <a:r>
              <a:rPr lang="en-US" sz="12750" b="1" dirty="0">
                <a:solidFill>
                  <a:srgbClr val="FFB7C5"/>
                </a:solidFill>
                <a:latin typeface="Georgia" pitchFamily="34" charset="0"/>
                <a:ea typeface="Georgia" pitchFamily="34" charset="-122"/>
                <a:cs typeface="Georgia" pitchFamily="34" charset="-120"/>
              </a:rPr>
              <a:t>がんばって！</a:t>
            </a:r>
            <a:endParaRPr lang="en-US" sz="12750" dirty="0"/>
          </a:p>
        </p:txBody>
      </p:sp>
      <p:sp>
        <p:nvSpPr>
          <p:cNvPr id="5" name="Text 3"/>
          <p:cNvSpPr/>
          <p:nvPr/>
        </p:nvSpPr>
        <p:spPr>
          <a:xfrm>
            <a:off x="3934063" y="5167313"/>
            <a:ext cx="10419874" cy="561975"/>
          </a:xfrm>
          <a:prstGeom prst="rect">
            <a:avLst/>
          </a:prstGeom>
          <a:noFill/>
          <a:ln/>
        </p:spPr>
        <p:txBody>
          <a:bodyPr wrap="square" lIns="25400" tIns="25400" rIns="25400" bIns="25400" rtlCol="0" anchor="t">
            <a:normAutofit/>
          </a:bodyPr>
          <a:lstStyle/>
          <a:p>
            <a:pPr algn="ctr" indent="0" marL="0">
              <a:buNone/>
            </a:pPr>
            <a:r>
              <a:rPr lang="en-US" sz="3600" i="1" dirty="0">
                <a:solidFill>
                  <a:srgbClr val="FFD700"/>
                </a:solidFill>
                <a:latin typeface="Georgia" pitchFamily="34" charset="0"/>
                <a:ea typeface="Georgia" pitchFamily="34" charset="-122"/>
                <a:cs typeface="Georgia" pitchFamily="34" charset="-120"/>
              </a:rPr>
              <a:t>ganbatte — you’ve got this.</a:t>
            </a:r>
            <a:endParaRPr lang="en-US" sz="3600" dirty="0"/>
          </a:p>
        </p:txBody>
      </p:sp>
      <p:sp>
        <p:nvSpPr>
          <p:cNvPr id="6" name="Text 4"/>
          <p:cNvSpPr/>
          <p:nvPr/>
        </p:nvSpPr>
        <p:spPr>
          <a:xfrm>
            <a:off x="4299109" y="6072188"/>
            <a:ext cx="7456170" cy="952500"/>
          </a:xfrm>
          <a:prstGeom prst="rect">
            <a:avLst/>
          </a:prstGeom>
          <a:noFill/>
          <a:ln/>
        </p:spPr>
        <p:txBody>
          <a:bodyPr wrap="square" lIns="25400" tIns="25400" rIns="25400" bIns="25400" rtlCol="0" anchor="t">
            <a:normAutofit/>
          </a:bodyPr>
          <a:lstStyle/>
          <a:p>
            <a:pPr algn="ctr" indent="0" marL="0">
              <a:lnSpc>
                <a:spcPct val="160000"/>
              </a:lnSpc>
              <a:buNone/>
            </a:pPr>
            <a:r>
              <a:rPr lang="en-US" sz="2250" dirty="0">
                <a:solidFill>
                  <a:srgbClr val="CFC8E0"/>
                </a:solidFill>
                <a:latin typeface="Arial" pitchFamily="34" charset="0"/>
                <a:ea typeface="Arial" pitchFamily="34" charset="-122"/>
                <a:cs typeface="Arial" pitchFamily="34" charset="-120"/>
              </a:rPr>
              <a:t>Open Section 1, start with your first hiragana, and take it one character at a time. </a:t>
            </a:r>
            <a:pPr algn="ctr" indent="0" marL="0">
              <a:lnSpc>
                <a:spcPct val="160000"/>
              </a:lnSpc>
              <a:buNone/>
            </a:pPr>
            <a:r>
              <a:rPr lang="en-US" sz="2250" dirty="0">
                <a:solidFill>
                  <a:srgbClr val="F5F0EA"/>
                </a:solidFill>
                <a:latin typeface="Georgia" pitchFamily="34" charset="0"/>
                <a:ea typeface="Georgia" pitchFamily="34" charset="-122"/>
                <a:cs typeface="Georgia" pitchFamily="34" charset="-120"/>
              </a:rPr>
              <a:t>はじめましょう。</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2026-06-18T20:15:37Z</dcterms:created>
  <dcterms:modified xsi:type="dcterms:W3CDTF">2026-06-18T20:15:37Z</dcterms:modified>
</cp:coreProperties>
</file>